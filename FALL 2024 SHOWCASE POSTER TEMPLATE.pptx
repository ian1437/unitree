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6"/>
  </p:notesMasterIdLst>
  <p:sldIdLst>
    <p:sldId id="260" r:id="rId5"/>
  </p:sldIdLst>
  <p:sldSz cx="43891200" cy="32918400"/>
  <p:notesSz cx="6858000" cy="9144000"/>
  <p:defaultTextStyle>
    <a:defPPr>
      <a:defRPr lang="en-US"/>
    </a:defPPr>
    <a:lvl1pPr marL="0" algn="l" defTabSz="457020" rtl="0" eaLnBrk="1" latinLnBrk="0" hangingPunct="1">
      <a:defRPr sz="1800" kern="1200">
        <a:solidFill>
          <a:schemeClr val="tx1"/>
        </a:solidFill>
        <a:latin typeface="+mn-lt"/>
        <a:ea typeface="+mn-ea"/>
        <a:cs typeface="+mn-cs"/>
      </a:defRPr>
    </a:lvl1pPr>
    <a:lvl2pPr marL="457020" algn="l" defTabSz="457020" rtl="0" eaLnBrk="1" latinLnBrk="0" hangingPunct="1">
      <a:defRPr sz="1800" kern="1200">
        <a:solidFill>
          <a:schemeClr val="tx1"/>
        </a:solidFill>
        <a:latin typeface="+mn-lt"/>
        <a:ea typeface="+mn-ea"/>
        <a:cs typeface="+mn-cs"/>
      </a:defRPr>
    </a:lvl2pPr>
    <a:lvl3pPr marL="914040" algn="l" defTabSz="457020" rtl="0" eaLnBrk="1" latinLnBrk="0" hangingPunct="1">
      <a:defRPr sz="1800" kern="1200">
        <a:solidFill>
          <a:schemeClr val="tx1"/>
        </a:solidFill>
        <a:latin typeface="+mn-lt"/>
        <a:ea typeface="+mn-ea"/>
        <a:cs typeface="+mn-cs"/>
      </a:defRPr>
    </a:lvl3pPr>
    <a:lvl4pPr marL="1371048" algn="l" defTabSz="457020" rtl="0" eaLnBrk="1" latinLnBrk="0" hangingPunct="1">
      <a:defRPr sz="1800" kern="1200">
        <a:solidFill>
          <a:schemeClr val="tx1"/>
        </a:solidFill>
        <a:latin typeface="+mn-lt"/>
        <a:ea typeface="+mn-ea"/>
        <a:cs typeface="+mn-cs"/>
      </a:defRPr>
    </a:lvl4pPr>
    <a:lvl5pPr marL="1828068" algn="l" defTabSz="457020" rtl="0" eaLnBrk="1" latinLnBrk="0" hangingPunct="1">
      <a:defRPr sz="1800" kern="1200">
        <a:solidFill>
          <a:schemeClr val="tx1"/>
        </a:solidFill>
        <a:latin typeface="+mn-lt"/>
        <a:ea typeface="+mn-ea"/>
        <a:cs typeface="+mn-cs"/>
      </a:defRPr>
    </a:lvl5pPr>
    <a:lvl6pPr marL="2285088" algn="l" defTabSz="457020" rtl="0" eaLnBrk="1" latinLnBrk="0" hangingPunct="1">
      <a:defRPr sz="1800" kern="1200">
        <a:solidFill>
          <a:schemeClr val="tx1"/>
        </a:solidFill>
        <a:latin typeface="+mn-lt"/>
        <a:ea typeface="+mn-ea"/>
        <a:cs typeface="+mn-cs"/>
      </a:defRPr>
    </a:lvl6pPr>
    <a:lvl7pPr marL="2742108" algn="l" defTabSz="457020" rtl="0" eaLnBrk="1" latinLnBrk="0" hangingPunct="1">
      <a:defRPr sz="1800" kern="1200">
        <a:solidFill>
          <a:schemeClr val="tx1"/>
        </a:solidFill>
        <a:latin typeface="+mn-lt"/>
        <a:ea typeface="+mn-ea"/>
        <a:cs typeface="+mn-cs"/>
      </a:defRPr>
    </a:lvl7pPr>
    <a:lvl8pPr marL="3199116" algn="l" defTabSz="457020" rtl="0" eaLnBrk="1" latinLnBrk="0" hangingPunct="1">
      <a:defRPr sz="1800" kern="1200">
        <a:solidFill>
          <a:schemeClr val="tx1"/>
        </a:solidFill>
        <a:latin typeface="+mn-lt"/>
        <a:ea typeface="+mn-ea"/>
        <a:cs typeface="+mn-cs"/>
      </a:defRPr>
    </a:lvl8pPr>
    <a:lvl9pPr marL="3656136" algn="l" defTabSz="45702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57C"/>
    <a:srgbClr val="D10F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8F5F1E-40E4-68D1-4145-D99B176FA72F}" v="1" dt="2024-12-07T18:21:24.7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an Simmons" userId="S::isimmons2012@fau.edu::458843c4-9dce-4d13-adca-2def899c0286" providerId="AD" clId="Web-{F4E21E93-850F-1167-DF30-0B93F25A8CC6}"/>
    <pc:docChg chg="modSld">
      <pc:chgData name="Ian Simmons" userId="S::isimmons2012@fau.edu::458843c4-9dce-4d13-adca-2def899c0286" providerId="AD" clId="Web-{F4E21E93-850F-1167-DF30-0B93F25A8CC6}" dt="2024-11-15T02:57:36.991" v="1067" actId="1076"/>
      <pc:docMkLst>
        <pc:docMk/>
      </pc:docMkLst>
      <pc:sldChg chg="addSp delSp modSp">
        <pc:chgData name="Ian Simmons" userId="S::isimmons2012@fau.edu::458843c4-9dce-4d13-adca-2def899c0286" providerId="AD" clId="Web-{F4E21E93-850F-1167-DF30-0B93F25A8CC6}" dt="2024-11-15T02:57:36.991" v="1067" actId="1076"/>
        <pc:sldMkLst>
          <pc:docMk/>
          <pc:sldMk cId="2438216132" sldId="260"/>
        </pc:sldMkLst>
        <pc:spChg chg="add mod ord">
          <ac:chgData name="Ian Simmons" userId="S::isimmons2012@fau.edu::458843c4-9dce-4d13-adca-2def899c0286" providerId="AD" clId="Web-{F4E21E93-850F-1167-DF30-0B93F25A8CC6}" dt="2024-11-15T02:41:29.062" v="810" actId="1076"/>
          <ac:spMkLst>
            <pc:docMk/>
            <pc:sldMk cId="2438216132" sldId="260"/>
            <ac:spMk id="4" creationId="{0A9329F4-BC2C-2AD0-9A29-3751215A8AAF}"/>
          </ac:spMkLst>
        </pc:spChg>
        <pc:spChg chg="add del mod">
          <ac:chgData name="Ian Simmons" userId="S::isimmons2012@fau.edu::458843c4-9dce-4d13-adca-2def899c0286" providerId="AD" clId="Web-{F4E21E93-850F-1167-DF30-0B93F25A8CC6}" dt="2024-11-15T02:46:49.367" v="975"/>
          <ac:spMkLst>
            <pc:docMk/>
            <pc:sldMk cId="2438216132" sldId="260"/>
            <ac:spMk id="8" creationId="{ADFF00BE-BDCF-F94D-758A-CA79BC5F5568}"/>
          </ac:spMkLst>
        </pc:spChg>
        <pc:spChg chg="add mod">
          <ac:chgData name="Ian Simmons" userId="S::isimmons2012@fau.edu::458843c4-9dce-4d13-adca-2def899c0286" providerId="AD" clId="Web-{F4E21E93-850F-1167-DF30-0B93F25A8CC6}" dt="2024-11-15T02:56:53.099" v="1065" actId="20577"/>
          <ac:spMkLst>
            <pc:docMk/>
            <pc:sldMk cId="2438216132" sldId="260"/>
            <ac:spMk id="15" creationId="{98A9CA77-949B-9B61-6520-F819950705F2}"/>
          </ac:spMkLst>
        </pc:spChg>
        <pc:spChg chg="mod">
          <ac:chgData name="Ian Simmons" userId="S::isimmons2012@fau.edu::458843c4-9dce-4d13-adca-2def899c0286" providerId="AD" clId="Web-{F4E21E93-850F-1167-DF30-0B93F25A8CC6}" dt="2024-11-15T02:48:45.697" v="992" actId="20577"/>
          <ac:spMkLst>
            <pc:docMk/>
            <pc:sldMk cId="2438216132" sldId="260"/>
            <ac:spMk id="19" creationId="{170C0395-DFA3-F44D-A3EA-10AA82747FB0}"/>
          </ac:spMkLst>
        </pc:spChg>
        <pc:spChg chg="mod">
          <ac:chgData name="Ian Simmons" userId="S::isimmons2012@fau.edu::458843c4-9dce-4d13-adca-2def899c0286" providerId="AD" clId="Web-{F4E21E93-850F-1167-DF30-0B93F25A8CC6}" dt="2024-11-15T02:52:42.578" v="1020" actId="20577"/>
          <ac:spMkLst>
            <pc:docMk/>
            <pc:sldMk cId="2438216132" sldId="260"/>
            <ac:spMk id="20" creationId="{A58C0700-3F13-EC47-AD08-0B5FFC38DF34}"/>
          </ac:spMkLst>
        </pc:spChg>
        <pc:spChg chg="add del mod">
          <ac:chgData name="Ian Simmons" userId="S::isimmons2012@fau.edu::458843c4-9dce-4d13-adca-2def899c0286" providerId="AD" clId="Web-{F4E21E93-850F-1167-DF30-0B93F25A8CC6}" dt="2024-11-15T02:56:21.755" v="1059" actId="1076"/>
          <ac:spMkLst>
            <pc:docMk/>
            <pc:sldMk cId="2438216132" sldId="260"/>
            <ac:spMk id="35" creationId="{7C332BCD-FDD9-F94C-93CB-86E8BA8561F2}"/>
          </ac:spMkLst>
        </pc:spChg>
        <pc:spChg chg="mod">
          <ac:chgData name="Ian Simmons" userId="S::isimmons2012@fau.edu::458843c4-9dce-4d13-adca-2def899c0286" providerId="AD" clId="Web-{F4E21E93-850F-1167-DF30-0B93F25A8CC6}" dt="2024-11-15T02:56:29.083" v="1061" actId="1076"/>
          <ac:spMkLst>
            <pc:docMk/>
            <pc:sldMk cId="2438216132" sldId="260"/>
            <ac:spMk id="36" creationId="{9F3EBA96-28C0-F047-947C-38EB7C9FB55F}"/>
          </ac:spMkLst>
        </pc:spChg>
        <pc:spChg chg="del mod">
          <ac:chgData name="Ian Simmons" userId="S::isimmons2012@fau.edu::458843c4-9dce-4d13-adca-2def899c0286" providerId="AD" clId="Web-{F4E21E93-850F-1167-DF30-0B93F25A8CC6}" dt="2024-11-15T02:46:44.882" v="971"/>
          <ac:spMkLst>
            <pc:docMk/>
            <pc:sldMk cId="2438216132" sldId="260"/>
            <ac:spMk id="39" creationId="{185DC81F-62AF-1B43-8DBF-93E95C4533B3}"/>
          </ac:spMkLst>
        </pc:spChg>
        <pc:picChg chg="mod">
          <ac:chgData name="Ian Simmons" userId="S::isimmons2012@fau.edu::458843c4-9dce-4d13-adca-2def899c0286" providerId="AD" clId="Web-{F4E21E93-850F-1167-DF30-0B93F25A8CC6}" dt="2024-11-15T02:42:31.032" v="826" actId="1076"/>
          <ac:picMkLst>
            <pc:docMk/>
            <pc:sldMk cId="2438216132" sldId="260"/>
            <ac:picMk id="2" creationId="{8387D114-7E82-3A9E-0EC7-2A7C3C1AC1D6}"/>
          </ac:picMkLst>
        </pc:picChg>
        <pc:picChg chg="del mod">
          <ac:chgData name="Ian Simmons" userId="S::isimmons2012@fau.edu::458843c4-9dce-4d13-adca-2def899c0286" providerId="AD" clId="Web-{F4E21E93-850F-1167-DF30-0B93F25A8CC6}" dt="2024-11-15T02:42:13.923" v="822"/>
          <ac:picMkLst>
            <pc:docMk/>
            <pc:sldMk cId="2438216132" sldId="260"/>
            <ac:picMk id="3" creationId="{152976FE-8F4D-1ADF-B817-C232BC2CB7C7}"/>
          </ac:picMkLst>
        </pc:picChg>
        <pc:picChg chg="mod">
          <ac:chgData name="Ian Simmons" userId="S::isimmons2012@fau.edu::458843c4-9dce-4d13-adca-2def899c0286" providerId="AD" clId="Web-{F4E21E93-850F-1167-DF30-0B93F25A8CC6}" dt="2024-11-15T02:42:49.595" v="833" actId="1076"/>
          <ac:picMkLst>
            <pc:docMk/>
            <pc:sldMk cId="2438216132" sldId="260"/>
            <ac:picMk id="6" creationId="{F1BB3365-8C2E-D44A-BC77-0650A535CC3D}"/>
          </ac:picMkLst>
        </pc:picChg>
        <pc:picChg chg="add del">
          <ac:chgData name="Ian Simmons" userId="S::isimmons2012@fau.edu::458843c4-9dce-4d13-adca-2def899c0286" providerId="AD" clId="Web-{F4E21E93-850F-1167-DF30-0B93F25A8CC6}" dt="2024-11-15T02:14:13.352" v="2"/>
          <ac:picMkLst>
            <pc:docMk/>
            <pc:sldMk cId="2438216132" sldId="260"/>
            <ac:picMk id="7" creationId="{FA5180B7-8359-564A-C733-856F9DB1623A}"/>
          </ac:picMkLst>
        </pc:picChg>
        <pc:picChg chg="mod ord">
          <ac:chgData name="Ian Simmons" userId="S::isimmons2012@fau.edu::458843c4-9dce-4d13-adca-2def899c0286" providerId="AD" clId="Web-{F4E21E93-850F-1167-DF30-0B93F25A8CC6}" dt="2024-11-15T02:57:36.991" v="1067" actId="1076"/>
          <ac:picMkLst>
            <pc:docMk/>
            <pc:sldMk cId="2438216132" sldId="260"/>
            <ac:picMk id="9" creationId="{2D0042E3-F193-330B-1FAE-9000B8D45788}"/>
          </ac:picMkLst>
        </pc:picChg>
        <pc:picChg chg="mod modCrop">
          <ac:chgData name="Ian Simmons" userId="S::isimmons2012@fau.edu::458843c4-9dce-4d13-adca-2def899c0286" providerId="AD" clId="Web-{F4E21E93-850F-1167-DF30-0B93F25A8CC6}" dt="2024-11-15T02:26:26.182" v="183" actId="1076"/>
          <ac:picMkLst>
            <pc:docMk/>
            <pc:sldMk cId="2438216132" sldId="260"/>
            <ac:picMk id="14" creationId="{F5D9621C-5BBF-F920-BA6A-8EA18C04AFF5}"/>
          </ac:picMkLst>
        </pc:picChg>
      </pc:sldChg>
    </pc:docChg>
  </pc:docChgLst>
  <pc:docChgLst>
    <pc:chgData name="David Uzan" userId="S::duzan2021@fau.edu::06206196-b47f-40b0-8387-93ff238381e3" providerId="AD" clId="Web-{6368186C-94A8-F36C-EE2C-F0AF9BC368C0}"/>
    <pc:docChg chg="modSld">
      <pc:chgData name="David Uzan" userId="S::duzan2021@fau.edu::06206196-b47f-40b0-8387-93ff238381e3" providerId="AD" clId="Web-{6368186C-94A8-F36C-EE2C-F0AF9BC368C0}" dt="2024-11-15T00:18:41.567" v="551" actId="1076"/>
      <pc:docMkLst>
        <pc:docMk/>
      </pc:docMkLst>
      <pc:sldChg chg="addSp delSp modSp">
        <pc:chgData name="David Uzan" userId="S::duzan2021@fau.edu::06206196-b47f-40b0-8387-93ff238381e3" providerId="AD" clId="Web-{6368186C-94A8-F36C-EE2C-F0AF9BC368C0}" dt="2024-11-15T00:18:41.567" v="551" actId="1076"/>
        <pc:sldMkLst>
          <pc:docMk/>
          <pc:sldMk cId="2438216132" sldId="260"/>
        </pc:sldMkLst>
        <pc:spChg chg="mod">
          <ac:chgData name="David Uzan" userId="S::duzan2021@fau.edu::06206196-b47f-40b0-8387-93ff238381e3" providerId="AD" clId="Web-{6368186C-94A8-F36C-EE2C-F0AF9BC368C0}" dt="2024-11-14T23:47:28.600" v="529" actId="20577"/>
          <ac:spMkLst>
            <pc:docMk/>
            <pc:sldMk cId="2438216132" sldId="260"/>
            <ac:spMk id="20" creationId="{A58C0700-3F13-EC47-AD08-0B5FFC38DF34}"/>
          </ac:spMkLst>
        </pc:spChg>
        <pc:spChg chg="mod">
          <ac:chgData name="David Uzan" userId="S::duzan2021@fau.edu::06206196-b47f-40b0-8387-93ff238381e3" providerId="AD" clId="Web-{6368186C-94A8-F36C-EE2C-F0AF9BC368C0}" dt="2024-11-14T23:48:23.538" v="532" actId="20577"/>
          <ac:spMkLst>
            <pc:docMk/>
            <pc:sldMk cId="2438216132" sldId="260"/>
            <ac:spMk id="39" creationId="{185DC81F-62AF-1B43-8DBF-93E95C4533B3}"/>
          </ac:spMkLst>
        </pc:spChg>
        <pc:picChg chg="add del mod">
          <ac:chgData name="David Uzan" userId="S::duzan2021@fau.edu::06206196-b47f-40b0-8387-93ff238381e3" providerId="AD" clId="Web-{6368186C-94A8-F36C-EE2C-F0AF9BC368C0}" dt="2024-11-14T23:30:52.979" v="57"/>
          <ac:picMkLst>
            <pc:docMk/>
            <pc:sldMk cId="2438216132" sldId="260"/>
            <ac:picMk id="2" creationId="{0271D915-31F5-8D77-F058-CC11C63DA7D0}"/>
          </ac:picMkLst>
        </pc:picChg>
        <pc:picChg chg="add mod">
          <ac:chgData name="David Uzan" userId="S::duzan2021@fau.edu::06206196-b47f-40b0-8387-93ff238381e3" providerId="AD" clId="Web-{6368186C-94A8-F36C-EE2C-F0AF9BC368C0}" dt="2024-11-15T00:18:41.567" v="551" actId="1076"/>
          <ac:picMkLst>
            <pc:docMk/>
            <pc:sldMk cId="2438216132" sldId="260"/>
            <ac:picMk id="2" creationId="{8387D114-7E82-3A9E-0EC7-2A7C3C1AC1D6}"/>
          </ac:picMkLst>
        </pc:picChg>
        <pc:picChg chg="add del mod">
          <ac:chgData name="David Uzan" userId="S::duzan2021@fau.edu::06206196-b47f-40b0-8387-93ff238381e3" providerId="AD" clId="Web-{6368186C-94A8-F36C-EE2C-F0AF9BC368C0}" dt="2024-11-15T00:02:15.057" v="534"/>
          <ac:picMkLst>
            <pc:docMk/>
            <pc:sldMk cId="2438216132" sldId="260"/>
            <ac:picMk id="2" creationId="{B8AFD4CF-57B5-8C86-A11E-D23C0919DA40}"/>
          </ac:picMkLst>
        </pc:picChg>
        <pc:picChg chg="mod">
          <ac:chgData name="David Uzan" userId="S::duzan2021@fau.edu::06206196-b47f-40b0-8387-93ff238381e3" providerId="AD" clId="Web-{6368186C-94A8-F36C-EE2C-F0AF9BC368C0}" dt="2024-11-14T23:39:58.053" v="205"/>
          <ac:picMkLst>
            <pc:docMk/>
            <pc:sldMk cId="2438216132" sldId="260"/>
            <ac:picMk id="3" creationId="{152976FE-8F4D-1ADF-B817-C232BC2CB7C7}"/>
          </ac:picMkLst>
        </pc:picChg>
        <pc:picChg chg="del">
          <ac:chgData name="David Uzan" userId="S::duzan2021@fau.edu::06206196-b47f-40b0-8387-93ff238381e3" providerId="AD" clId="Web-{6368186C-94A8-F36C-EE2C-F0AF9BC368C0}" dt="2024-11-15T00:18:37.863" v="550"/>
          <ac:picMkLst>
            <pc:docMk/>
            <pc:sldMk cId="2438216132" sldId="260"/>
            <ac:picMk id="4" creationId="{5F1B8174-5D4B-5132-5F11-A1D69ED1A4B2}"/>
          </ac:picMkLst>
        </pc:picChg>
        <pc:picChg chg="del">
          <ac:chgData name="David Uzan" userId="S::duzan2021@fau.edu::06206196-b47f-40b0-8387-93ff238381e3" providerId="AD" clId="Web-{6368186C-94A8-F36C-EE2C-F0AF9BC368C0}" dt="2024-11-15T00:02:29.276" v="535"/>
          <ac:picMkLst>
            <pc:docMk/>
            <pc:sldMk cId="2438216132" sldId="260"/>
            <ac:picMk id="6" creationId="{93CD0071-099A-F338-0AA6-538E21A3B6F6}"/>
          </ac:picMkLst>
        </pc:picChg>
        <pc:picChg chg="add mod">
          <ac:chgData name="David Uzan" userId="S::duzan2021@fau.edu::06206196-b47f-40b0-8387-93ff238381e3" providerId="AD" clId="Web-{6368186C-94A8-F36C-EE2C-F0AF9BC368C0}" dt="2024-11-14T23:30:14.541" v="32" actId="1076"/>
          <ac:picMkLst>
            <pc:docMk/>
            <pc:sldMk cId="2438216132" sldId="260"/>
            <ac:picMk id="7" creationId="{FA5180B7-8359-564A-C733-856F9DB1623A}"/>
          </ac:picMkLst>
        </pc:picChg>
        <pc:picChg chg="del">
          <ac:chgData name="David Uzan" userId="S::duzan2021@fau.edu::06206196-b47f-40b0-8387-93ff238381e3" providerId="AD" clId="Web-{6368186C-94A8-F36C-EE2C-F0AF9BC368C0}" dt="2024-11-14T23:28:34.883" v="27"/>
          <ac:picMkLst>
            <pc:docMk/>
            <pc:sldMk cId="2438216132" sldId="260"/>
            <ac:picMk id="8" creationId="{5650B502-7A99-6FC9-A93C-10B10E8A8698}"/>
          </ac:picMkLst>
        </pc:picChg>
        <pc:picChg chg="add del mod">
          <ac:chgData name="David Uzan" userId="S::duzan2021@fau.edu::06206196-b47f-40b0-8387-93ff238381e3" providerId="AD" clId="Web-{6368186C-94A8-F36C-EE2C-F0AF9BC368C0}" dt="2024-11-15T00:02:49.058" v="539"/>
          <ac:picMkLst>
            <pc:docMk/>
            <pc:sldMk cId="2438216132" sldId="260"/>
            <ac:picMk id="8" creationId="{60365CBF-3151-D5F3-D27E-75B812CD88C2}"/>
          </ac:picMkLst>
        </pc:picChg>
        <pc:picChg chg="add mod">
          <ac:chgData name="David Uzan" userId="S::duzan2021@fau.edu::06206196-b47f-40b0-8387-93ff238381e3" providerId="AD" clId="Web-{6368186C-94A8-F36C-EE2C-F0AF9BC368C0}" dt="2024-11-14T23:40:10.882" v="209" actId="1076"/>
          <ac:picMkLst>
            <pc:docMk/>
            <pc:sldMk cId="2438216132" sldId="260"/>
            <ac:picMk id="9" creationId="{2D0042E3-F193-330B-1FAE-9000B8D45788}"/>
          </ac:picMkLst>
        </pc:picChg>
        <pc:picChg chg="add mod modCrop">
          <ac:chgData name="David Uzan" userId="S::duzan2021@fau.edu::06206196-b47f-40b0-8387-93ff238381e3" providerId="AD" clId="Web-{6368186C-94A8-F36C-EE2C-F0AF9BC368C0}" dt="2024-11-15T00:03:35.512" v="546" actId="1076"/>
          <ac:picMkLst>
            <pc:docMk/>
            <pc:sldMk cId="2438216132" sldId="260"/>
            <ac:picMk id="14" creationId="{F5D9621C-5BBF-F920-BA6A-8EA18C04AFF5}"/>
          </ac:picMkLst>
        </pc:picChg>
        <pc:picChg chg="del">
          <ac:chgData name="David Uzan" userId="S::duzan2021@fau.edu::06206196-b47f-40b0-8387-93ff238381e3" providerId="AD" clId="Web-{6368186C-94A8-F36C-EE2C-F0AF9BC368C0}" dt="2024-11-14T23:28:34.883" v="26"/>
          <ac:picMkLst>
            <pc:docMk/>
            <pc:sldMk cId="2438216132" sldId="260"/>
            <ac:picMk id="21" creationId="{893CDDF3-2A18-3187-71A9-0374B0897713}"/>
          </ac:picMkLst>
        </pc:picChg>
        <pc:picChg chg="del">
          <ac:chgData name="David Uzan" userId="S::duzan2021@fau.edu::06206196-b47f-40b0-8387-93ff238381e3" providerId="AD" clId="Web-{6368186C-94A8-F36C-EE2C-F0AF9BC368C0}" dt="2024-11-14T23:28:34.883" v="25"/>
          <ac:picMkLst>
            <pc:docMk/>
            <pc:sldMk cId="2438216132" sldId="260"/>
            <ac:picMk id="23" creationId="{BE666887-B80D-82CA-88BC-749037693E9D}"/>
          </ac:picMkLst>
        </pc:picChg>
        <pc:picChg chg="del">
          <ac:chgData name="David Uzan" userId="S::duzan2021@fau.edu::06206196-b47f-40b0-8387-93ff238381e3" providerId="AD" clId="Web-{6368186C-94A8-F36C-EE2C-F0AF9BC368C0}" dt="2024-11-14T23:28:34.883" v="24"/>
          <ac:picMkLst>
            <pc:docMk/>
            <pc:sldMk cId="2438216132" sldId="260"/>
            <ac:picMk id="25" creationId="{75212AB0-95CF-4272-D9B4-C80A00AA65A7}"/>
          </ac:picMkLst>
        </pc:picChg>
      </pc:sldChg>
    </pc:docChg>
  </pc:docChgLst>
  <pc:docChgLst>
    <pc:chgData name="Ian Simmons" userId="S::isimmons2012@fau.edu::458843c4-9dce-4d13-adca-2def899c0286" providerId="AD" clId="Web-{3C8F5F1E-40E4-68D1-4145-D99B176FA72F}"/>
    <pc:docChg chg="modSld">
      <pc:chgData name="Ian Simmons" userId="S::isimmons2012@fau.edu::458843c4-9dce-4d13-adca-2def899c0286" providerId="AD" clId="Web-{3C8F5F1E-40E4-68D1-4145-D99B176FA72F}" dt="2024-12-07T18:21:24.717" v="0" actId="1076"/>
      <pc:docMkLst>
        <pc:docMk/>
      </pc:docMkLst>
      <pc:sldChg chg="modSp">
        <pc:chgData name="Ian Simmons" userId="S::isimmons2012@fau.edu::458843c4-9dce-4d13-adca-2def899c0286" providerId="AD" clId="Web-{3C8F5F1E-40E4-68D1-4145-D99B176FA72F}" dt="2024-12-07T18:21:24.717" v="0" actId="1076"/>
        <pc:sldMkLst>
          <pc:docMk/>
          <pc:sldMk cId="2438216132" sldId="260"/>
        </pc:sldMkLst>
        <pc:spChg chg="mod">
          <ac:chgData name="Ian Simmons" userId="S::isimmons2012@fau.edu::458843c4-9dce-4d13-adca-2def899c0286" providerId="AD" clId="Web-{3C8F5F1E-40E4-68D1-4145-D99B176FA72F}" dt="2024-12-07T18:21:24.717" v="0" actId="1076"/>
          <ac:spMkLst>
            <pc:docMk/>
            <pc:sldMk cId="2438216132" sldId="260"/>
            <ac:spMk id="11" creationId="{C8C2276F-D017-1D4D-8B1D-0CE8696E26F8}"/>
          </ac:spMkLst>
        </pc:spChg>
      </pc:sldChg>
    </pc:docChg>
  </pc:docChgLst>
  <pc:docChgLst>
    <pc:chgData name="John Sinfuego" userId="S::jsinfuego2022@fau.edu::b57e3104-e7ca-4e9d-80e8-96acc5bf076e" providerId="AD" clId="Web-{4F95FEC7-843F-BE2A-6059-CB52EF34B42E}"/>
    <pc:docChg chg="modSld">
      <pc:chgData name="John Sinfuego" userId="S::jsinfuego2022@fau.edu::b57e3104-e7ca-4e9d-80e8-96acc5bf076e" providerId="AD" clId="Web-{4F95FEC7-843F-BE2A-6059-CB52EF34B42E}" dt="2024-11-14T23:52:36.170" v="333" actId="20577"/>
      <pc:docMkLst>
        <pc:docMk/>
      </pc:docMkLst>
      <pc:sldChg chg="delSp modSp">
        <pc:chgData name="John Sinfuego" userId="S::jsinfuego2022@fau.edu::b57e3104-e7ca-4e9d-80e8-96acc5bf076e" providerId="AD" clId="Web-{4F95FEC7-843F-BE2A-6059-CB52EF34B42E}" dt="2024-11-14T23:52:36.170" v="333" actId="20577"/>
        <pc:sldMkLst>
          <pc:docMk/>
          <pc:sldMk cId="2438216132" sldId="260"/>
        </pc:sldMkLst>
        <pc:spChg chg="del mod">
          <ac:chgData name="John Sinfuego" userId="S::jsinfuego2022@fau.edu::b57e3104-e7ca-4e9d-80e8-96acc5bf076e" providerId="AD" clId="Web-{4F95FEC7-843F-BE2A-6059-CB52EF34B42E}" dt="2024-11-14T23:34:29.968" v="1"/>
          <ac:spMkLst>
            <pc:docMk/>
            <pc:sldMk cId="2438216132" sldId="260"/>
            <ac:spMk id="38" creationId="{5B34A1AA-D693-3B48-8609-BFACDADAB9B1}"/>
          </ac:spMkLst>
        </pc:spChg>
        <pc:spChg chg="mod">
          <ac:chgData name="John Sinfuego" userId="S::jsinfuego2022@fau.edu::b57e3104-e7ca-4e9d-80e8-96acc5bf076e" providerId="AD" clId="Web-{4F95FEC7-843F-BE2A-6059-CB52EF34B42E}" dt="2024-11-14T23:52:36.170" v="333" actId="20577"/>
          <ac:spMkLst>
            <pc:docMk/>
            <pc:sldMk cId="2438216132" sldId="260"/>
            <ac:spMk id="39" creationId="{185DC81F-62AF-1B43-8DBF-93E95C4533B3}"/>
          </ac:spMkLst>
        </pc:spChg>
      </pc:sldChg>
    </pc:docChg>
  </pc:docChgLst>
  <pc:docChgLst>
    <pc:chgData name="John Sinfuego" userId="S::jsinfuego2022@fau.edu::b57e3104-e7ca-4e9d-80e8-96acc5bf076e" providerId="AD" clId="Web-{E8065222-4338-CAC2-B035-E0F88B2493F3}"/>
    <pc:docChg chg="modSld">
      <pc:chgData name="John Sinfuego" userId="S::jsinfuego2022@fau.edu::b57e3104-e7ca-4e9d-80e8-96acc5bf076e" providerId="AD" clId="Web-{E8065222-4338-CAC2-B035-E0F88B2493F3}" dt="2024-11-15T02:56:27.279" v="350" actId="20577"/>
      <pc:docMkLst>
        <pc:docMk/>
      </pc:docMkLst>
      <pc:sldChg chg="addSp modSp">
        <pc:chgData name="John Sinfuego" userId="S::jsinfuego2022@fau.edu::b57e3104-e7ca-4e9d-80e8-96acc5bf076e" providerId="AD" clId="Web-{E8065222-4338-CAC2-B035-E0F88B2493F3}" dt="2024-11-15T02:56:27.279" v="350" actId="20577"/>
        <pc:sldMkLst>
          <pc:docMk/>
          <pc:sldMk cId="2438216132" sldId="260"/>
        </pc:sldMkLst>
        <pc:spChg chg="mod">
          <ac:chgData name="John Sinfuego" userId="S::jsinfuego2022@fau.edu::b57e3104-e7ca-4e9d-80e8-96acc5bf076e" providerId="AD" clId="Web-{E8065222-4338-CAC2-B035-E0F88B2493F3}" dt="2024-11-15T02:56:27.279" v="350" actId="20577"/>
          <ac:spMkLst>
            <pc:docMk/>
            <pc:sldMk cId="2438216132" sldId="260"/>
            <ac:spMk id="15" creationId="{98A9CA77-949B-9B61-6520-F819950705F2}"/>
          </ac:spMkLst>
        </pc:spChg>
        <pc:spChg chg="mod">
          <ac:chgData name="John Sinfuego" userId="S::jsinfuego2022@fau.edu::b57e3104-e7ca-4e9d-80e8-96acc5bf076e" providerId="AD" clId="Web-{E8065222-4338-CAC2-B035-E0F88B2493F3}" dt="2024-11-15T02:46:21.219" v="345" actId="20577"/>
          <ac:spMkLst>
            <pc:docMk/>
            <pc:sldMk cId="2438216132" sldId="260"/>
            <ac:spMk id="20" creationId="{A58C0700-3F13-EC47-AD08-0B5FFC38DF34}"/>
          </ac:spMkLst>
        </pc:spChg>
        <pc:spChg chg="mod">
          <ac:chgData name="John Sinfuego" userId="S::jsinfuego2022@fau.edu::b57e3104-e7ca-4e9d-80e8-96acc5bf076e" providerId="AD" clId="Web-{E8065222-4338-CAC2-B035-E0F88B2493F3}" dt="2024-11-15T02:46:02.312" v="344" actId="20577"/>
          <ac:spMkLst>
            <pc:docMk/>
            <pc:sldMk cId="2438216132" sldId="260"/>
            <ac:spMk id="39" creationId="{185DC81F-62AF-1B43-8DBF-93E95C4533B3}"/>
          </ac:spMkLst>
        </pc:spChg>
        <pc:picChg chg="add mod">
          <ac:chgData name="John Sinfuego" userId="S::jsinfuego2022@fau.edu::b57e3104-e7ca-4e9d-80e8-96acc5bf076e" providerId="AD" clId="Web-{E8065222-4338-CAC2-B035-E0F88B2493F3}" dt="2024-11-15T02:30:14.448" v="253" actId="1076"/>
          <ac:picMkLst>
            <pc:docMk/>
            <pc:sldMk cId="2438216132" sldId="260"/>
            <ac:picMk id="6" creationId="{F1BB3365-8C2E-D44A-BC77-0650A535CC3D}"/>
          </ac:picMkLst>
        </pc:picChg>
        <pc:picChg chg="mod">
          <ac:chgData name="John Sinfuego" userId="S::jsinfuego2022@fau.edu::b57e3104-e7ca-4e9d-80e8-96acc5bf076e" providerId="AD" clId="Web-{E8065222-4338-CAC2-B035-E0F88B2493F3}" dt="2024-11-15T02:23:56.846" v="251" actId="14100"/>
          <ac:picMkLst>
            <pc:docMk/>
            <pc:sldMk cId="2438216132" sldId="260"/>
            <ac:picMk id="14" creationId="{F5D9621C-5BBF-F920-BA6A-8EA18C04AFF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363DF7-D1D6-0849-BD92-5A4CD7900F63}" type="datetimeFigureOut">
              <a:t>12/7/2024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05647B-F076-7644-AD6D-3577091B5250}" type="slidenum">
              <a:t>‹#›</a:t>
            </a:fld>
            <a:endParaRPr lang="en-US"/>
          </a:p>
        </p:txBody>
      </p:sp>
    </p:spTree>
    <p:extLst>
      <p:ext uri="{BB962C8B-B14F-4D97-AF65-F5344CB8AC3E}">
        <p14:creationId xmlns:p14="http://schemas.microsoft.com/office/powerpoint/2010/main" val="3737310943"/>
      </p:ext>
    </p:extLst>
  </p:cSld>
  <p:clrMap bg1="lt1" tx1="dk1" bg2="lt2" tx2="dk2" accent1="accent1" accent2="accent2" accent3="accent3" accent4="accent4" accent5="accent5" accent6="accent6" hlink="hlink" folHlink="folHlink"/>
  <p:notesStyle>
    <a:lvl1pPr marL="0" algn="l" defTabSz="3685152" rtl="0" eaLnBrk="1" latinLnBrk="0" hangingPunct="1">
      <a:defRPr sz="4836" kern="1200">
        <a:solidFill>
          <a:schemeClr val="tx1"/>
        </a:solidFill>
        <a:latin typeface="+mn-lt"/>
        <a:ea typeface="+mn-ea"/>
        <a:cs typeface="+mn-cs"/>
      </a:defRPr>
    </a:lvl1pPr>
    <a:lvl2pPr marL="1842576" algn="l" defTabSz="3685152" rtl="0" eaLnBrk="1" latinLnBrk="0" hangingPunct="1">
      <a:defRPr sz="4836" kern="1200">
        <a:solidFill>
          <a:schemeClr val="tx1"/>
        </a:solidFill>
        <a:latin typeface="+mn-lt"/>
        <a:ea typeface="+mn-ea"/>
        <a:cs typeface="+mn-cs"/>
      </a:defRPr>
    </a:lvl2pPr>
    <a:lvl3pPr marL="3685152" algn="l" defTabSz="3685152" rtl="0" eaLnBrk="1" latinLnBrk="0" hangingPunct="1">
      <a:defRPr sz="4836" kern="1200">
        <a:solidFill>
          <a:schemeClr val="tx1"/>
        </a:solidFill>
        <a:latin typeface="+mn-lt"/>
        <a:ea typeface="+mn-ea"/>
        <a:cs typeface="+mn-cs"/>
      </a:defRPr>
    </a:lvl3pPr>
    <a:lvl4pPr marL="5527728" algn="l" defTabSz="3685152" rtl="0" eaLnBrk="1" latinLnBrk="0" hangingPunct="1">
      <a:defRPr sz="4836" kern="1200">
        <a:solidFill>
          <a:schemeClr val="tx1"/>
        </a:solidFill>
        <a:latin typeface="+mn-lt"/>
        <a:ea typeface="+mn-ea"/>
        <a:cs typeface="+mn-cs"/>
      </a:defRPr>
    </a:lvl4pPr>
    <a:lvl5pPr marL="7370304" algn="l" defTabSz="3685152" rtl="0" eaLnBrk="1" latinLnBrk="0" hangingPunct="1">
      <a:defRPr sz="4836" kern="1200">
        <a:solidFill>
          <a:schemeClr val="tx1"/>
        </a:solidFill>
        <a:latin typeface="+mn-lt"/>
        <a:ea typeface="+mn-ea"/>
        <a:cs typeface="+mn-cs"/>
      </a:defRPr>
    </a:lvl5pPr>
    <a:lvl6pPr marL="9212880" algn="l" defTabSz="3685152" rtl="0" eaLnBrk="1" latinLnBrk="0" hangingPunct="1">
      <a:defRPr sz="4836" kern="1200">
        <a:solidFill>
          <a:schemeClr val="tx1"/>
        </a:solidFill>
        <a:latin typeface="+mn-lt"/>
        <a:ea typeface="+mn-ea"/>
        <a:cs typeface="+mn-cs"/>
      </a:defRPr>
    </a:lvl6pPr>
    <a:lvl7pPr marL="11055444" algn="l" defTabSz="3685152" rtl="0" eaLnBrk="1" latinLnBrk="0" hangingPunct="1">
      <a:defRPr sz="4836" kern="1200">
        <a:solidFill>
          <a:schemeClr val="tx1"/>
        </a:solidFill>
        <a:latin typeface="+mn-lt"/>
        <a:ea typeface="+mn-ea"/>
        <a:cs typeface="+mn-cs"/>
      </a:defRPr>
    </a:lvl7pPr>
    <a:lvl8pPr marL="12898020" algn="l" defTabSz="3685152" rtl="0" eaLnBrk="1" latinLnBrk="0" hangingPunct="1">
      <a:defRPr sz="4836" kern="1200">
        <a:solidFill>
          <a:schemeClr val="tx1"/>
        </a:solidFill>
        <a:latin typeface="+mn-lt"/>
        <a:ea typeface="+mn-ea"/>
        <a:cs typeface="+mn-cs"/>
      </a:defRPr>
    </a:lvl8pPr>
    <a:lvl9pPr marL="14740596" algn="l" defTabSz="3685152" rtl="0" eaLnBrk="1" latinLnBrk="0" hangingPunct="1">
      <a:defRPr sz="48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05647B-F076-7644-AD6D-3577091B5250}" type="slidenum">
              <a:t>1</a:t>
            </a:fld>
            <a:endParaRPr lang="en-US"/>
          </a:p>
        </p:txBody>
      </p:sp>
    </p:spTree>
    <p:extLst>
      <p:ext uri="{BB962C8B-B14F-4D97-AF65-F5344CB8AC3E}">
        <p14:creationId xmlns:p14="http://schemas.microsoft.com/office/powerpoint/2010/main" val="4083137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Poster Template">
    <p:spTree>
      <p:nvGrpSpPr>
        <p:cNvPr id="1" name=""/>
        <p:cNvGrpSpPr/>
        <p:nvPr/>
      </p:nvGrpSpPr>
      <p:grpSpPr>
        <a:xfrm>
          <a:off x="0" y="0"/>
          <a:ext cx="0" cy="0"/>
          <a:chOff x="0" y="0"/>
          <a:chExt cx="0" cy="0"/>
        </a:xfrm>
      </p:grpSpPr>
      <p:sp>
        <p:nvSpPr>
          <p:cNvPr id="39" name="Picture Placeholder 36">
            <a:extLst>
              <a:ext uri="{FF2B5EF4-FFF2-40B4-BE49-F238E27FC236}">
                <a16:creationId xmlns:a16="http://schemas.microsoft.com/office/drawing/2014/main" id="{331D8A0E-52D0-A144-A451-08B60D5354E2}"/>
              </a:ext>
            </a:extLst>
          </p:cNvPr>
          <p:cNvSpPr>
            <a:spLocks noGrp="1"/>
          </p:cNvSpPr>
          <p:nvPr>
            <p:ph type="pic" sz="quarter" idx="12"/>
          </p:nvPr>
        </p:nvSpPr>
        <p:spPr>
          <a:xfrm>
            <a:off x="1626277" y="5662545"/>
            <a:ext cx="13525392" cy="9244945"/>
          </a:xfrm>
          <a:prstGeom prst="rect">
            <a:avLst/>
          </a:prstGeom>
        </p:spPr>
        <p:txBody>
          <a:bodyPr/>
          <a:lstStyle>
            <a:lvl1pPr marL="0" indent="0">
              <a:buNone/>
              <a:defRPr sz="7992"/>
            </a:lvl1pPr>
          </a:lstStyle>
          <a:p>
            <a:endParaRPr lang="en-US"/>
          </a:p>
        </p:txBody>
      </p:sp>
      <p:sp>
        <p:nvSpPr>
          <p:cNvPr id="46" name="Text Placeholder 45">
            <a:extLst>
              <a:ext uri="{FF2B5EF4-FFF2-40B4-BE49-F238E27FC236}">
                <a16:creationId xmlns:a16="http://schemas.microsoft.com/office/drawing/2014/main" id="{F2D35F21-531F-9E41-9182-5E3EEF79768A}"/>
              </a:ext>
            </a:extLst>
          </p:cNvPr>
          <p:cNvSpPr>
            <a:spLocks noGrp="1"/>
          </p:cNvSpPr>
          <p:nvPr>
            <p:ph type="body" sz="quarter" idx="14" hasCustomPrompt="1"/>
          </p:nvPr>
        </p:nvSpPr>
        <p:spPr>
          <a:xfrm>
            <a:off x="1565916" y="3708394"/>
            <a:ext cx="13354836" cy="880371"/>
          </a:xfrm>
          <a:prstGeom prst="rect">
            <a:avLst/>
          </a:prstGeom>
        </p:spPr>
        <p:txBody>
          <a:bodyPr>
            <a:normAutofit/>
          </a:bodyPr>
          <a:lstStyle>
            <a:lvl1pPr marL="0" indent="0">
              <a:buNone/>
              <a:defRPr sz="4320">
                <a:solidFill>
                  <a:schemeClr val="bg1"/>
                </a:solidFill>
              </a:defRPr>
            </a:lvl1pPr>
            <a:lvl2pPr marL="1645260" indent="0">
              <a:buNone/>
              <a:defRPr/>
            </a:lvl2pPr>
            <a:lvl3pPr marL="3290520" indent="0">
              <a:buNone/>
              <a:defRPr/>
            </a:lvl3pPr>
            <a:lvl4pPr marL="4935780" indent="0">
              <a:buNone/>
              <a:defRPr/>
            </a:lvl4pPr>
            <a:lvl5pPr marL="6581052" indent="0">
              <a:buNone/>
              <a:defRPr/>
            </a:lvl5pPr>
          </a:lstStyle>
          <a:p>
            <a:pPr lvl="0"/>
            <a:r>
              <a:rPr lang="en-US"/>
              <a:t>Sponsored by: “Sponsor Name”</a:t>
            </a:r>
          </a:p>
        </p:txBody>
      </p:sp>
      <p:sp>
        <p:nvSpPr>
          <p:cNvPr id="61" name="Text Placeholder 60">
            <a:extLst>
              <a:ext uri="{FF2B5EF4-FFF2-40B4-BE49-F238E27FC236}">
                <a16:creationId xmlns:a16="http://schemas.microsoft.com/office/drawing/2014/main" id="{2729113F-AAA2-B64A-B331-A1D65EEB8737}"/>
              </a:ext>
            </a:extLst>
          </p:cNvPr>
          <p:cNvSpPr>
            <a:spLocks noGrp="1"/>
          </p:cNvSpPr>
          <p:nvPr>
            <p:ph type="body" sz="quarter" idx="25" hasCustomPrompt="1"/>
          </p:nvPr>
        </p:nvSpPr>
        <p:spPr>
          <a:xfrm>
            <a:off x="15486486" y="478769"/>
            <a:ext cx="6343656" cy="724747"/>
          </a:xfrm>
          <a:prstGeom prst="rect">
            <a:avLst/>
          </a:prstGeom>
        </p:spPr>
        <p:txBody>
          <a:bodyPr>
            <a:noAutofit/>
          </a:bodyPr>
          <a:lstStyle>
            <a:lvl1pPr marL="0" indent="0">
              <a:buNone/>
              <a:defRPr sz="4320">
                <a:solidFill>
                  <a:schemeClr val="bg1"/>
                </a:solidFill>
              </a:defRPr>
            </a:lvl1pPr>
            <a:lvl4pPr marL="4935780" indent="0">
              <a:buNone/>
              <a:defRPr/>
            </a:lvl4pPr>
          </a:lstStyle>
          <a:p>
            <a:pPr lvl="0"/>
            <a:r>
              <a:rPr lang="en-US"/>
              <a:t>Team Members</a:t>
            </a:r>
          </a:p>
        </p:txBody>
      </p:sp>
      <p:sp>
        <p:nvSpPr>
          <p:cNvPr id="62" name="Text Placeholder 60">
            <a:extLst>
              <a:ext uri="{FF2B5EF4-FFF2-40B4-BE49-F238E27FC236}">
                <a16:creationId xmlns:a16="http://schemas.microsoft.com/office/drawing/2014/main" id="{BEB75649-4DD7-F046-88EB-2BA1E2EAED57}"/>
              </a:ext>
            </a:extLst>
          </p:cNvPr>
          <p:cNvSpPr>
            <a:spLocks noGrp="1"/>
          </p:cNvSpPr>
          <p:nvPr>
            <p:ph type="body" sz="quarter" idx="26" hasCustomPrompt="1"/>
          </p:nvPr>
        </p:nvSpPr>
        <p:spPr>
          <a:xfrm>
            <a:off x="15486486" y="1515407"/>
            <a:ext cx="6343656" cy="3073358"/>
          </a:xfrm>
          <a:prstGeom prst="rect">
            <a:avLst/>
          </a:prstGeom>
        </p:spPr>
        <p:txBody>
          <a:bodyPr>
            <a:noAutofit/>
          </a:bodyPr>
          <a:lstStyle>
            <a:lvl1pPr marL="0" indent="0">
              <a:buNone/>
              <a:defRPr sz="3240">
                <a:solidFill>
                  <a:schemeClr val="bg1"/>
                </a:solidFill>
              </a:defRPr>
            </a:lvl1pPr>
            <a:lvl4pPr marL="4935780" indent="0">
              <a:buNone/>
              <a:defRPr/>
            </a:lvl4pPr>
          </a:lstStyle>
          <a:p>
            <a:pPr lvl="0"/>
            <a:r>
              <a:rPr lang="en-US"/>
              <a:t>Fourth level</a:t>
            </a:r>
          </a:p>
        </p:txBody>
      </p:sp>
      <p:sp>
        <p:nvSpPr>
          <p:cNvPr id="63" name="Text Placeholder 60">
            <a:extLst>
              <a:ext uri="{FF2B5EF4-FFF2-40B4-BE49-F238E27FC236}">
                <a16:creationId xmlns:a16="http://schemas.microsoft.com/office/drawing/2014/main" id="{FD0DDE48-2F60-CC4A-970A-CE26C06F5647}"/>
              </a:ext>
            </a:extLst>
          </p:cNvPr>
          <p:cNvSpPr>
            <a:spLocks noGrp="1"/>
          </p:cNvSpPr>
          <p:nvPr>
            <p:ph type="body" sz="quarter" idx="27" hasCustomPrompt="1"/>
          </p:nvPr>
        </p:nvSpPr>
        <p:spPr>
          <a:xfrm>
            <a:off x="22287315" y="478769"/>
            <a:ext cx="6343656" cy="724747"/>
          </a:xfrm>
          <a:prstGeom prst="rect">
            <a:avLst/>
          </a:prstGeom>
        </p:spPr>
        <p:txBody>
          <a:bodyPr>
            <a:noAutofit/>
          </a:bodyPr>
          <a:lstStyle>
            <a:lvl1pPr marL="0" indent="0" algn="l">
              <a:buNone/>
              <a:defRPr sz="4320">
                <a:solidFill>
                  <a:schemeClr val="bg1"/>
                </a:solidFill>
              </a:defRPr>
            </a:lvl1pPr>
            <a:lvl4pPr marL="4935780" indent="0">
              <a:buNone/>
              <a:defRPr/>
            </a:lvl4pPr>
          </a:lstStyle>
          <a:p>
            <a:pPr algn="l"/>
            <a:r>
              <a:rPr lang="en-US" sz="4320">
                <a:latin typeface="Lato" panose="020F0502020204030203" pitchFamily="34" charset="0"/>
                <a:ea typeface="Lato" panose="020F0502020204030203" pitchFamily="34" charset="0"/>
                <a:cs typeface="Lato" panose="020F0502020204030203" pitchFamily="34" charset="0"/>
              </a:rPr>
              <a:t>Faculty Advisor</a:t>
            </a:r>
            <a:endParaRPr lang="en-US" sz="1440">
              <a:effectLst/>
              <a:latin typeface="Lato" panose="020F0502020204030203" pitchFamily="34" charset="0"/>
              <a:ea typeface="Lato" panose="020F0502020204030203" pitchFamily="34" charset="0"/>
              <a:cs typeface="Lato" panose="020F0502020204030203" pitchFamily="34" charset="0"/>
            </a:endParaRPr>
          </a:p>
        </p:txBody>
      </p:sp>
      <p:sp>
        <p:nvSpPr>
          <p:cNvPr id="64" name="Text Placeholder 60">
            <a:extLst>
              <a:ext uri="{FF2B5EF4-FFF2-40B4-BE49-F238E27FC236}">
                <a16:creationId xmlns:a16="http://schemas.microsoft.com/office/drawing/2014/main" id="{85DEC6BF-FE18-B443-8C1F-21542A9E89A8}"/>
              </a:ext>
            </a:extLst>
          </p:cNvPr>
          <p:cNvSpPr>
            <a:spLocks noGrp="1"/>
          </p:cNvSpPr>
          <p:nvPr>
            <p:ph type="body" sz="quarter" idx="28" hasCustomPrompt="1"/>
          </p:nvPr>
        </p:nvSpPr>
        <p:spPr>
          <a:xfrm>
            <a:off x="22287315" y="1547682"/>
            <a:ext cx="6343656" cy="663817"/>
          </a:xfrm>
          <a:prstGeom prst="rect">
            <a:avLst/>
          </a:prstGeom>
        </p:spPr>
        <p:txBody>
          <a:bodyPr>
            <a:noAutofit/>
          </a:bodyPr>
          <a:lstStyle>
            <a:lvl1pPr marL="0" indent="0">
              <a:buNone/>
              <a:defRPr sz="3240">
                <a:solidFill>
                  <a:schemeClr val="bg1"/>
                </a:solidFill>
              </a:defRPr>
            </a:lvl1pPr>
            <a:lvl4pPr marL="4935780" indent="0">
              <a:buNone/>
              <a:defRPr/>
            </a:lvl4pPr>
          </a:lstStyle>
          <a:p>
            <a:pPr lvl="0"/>
            <a:r>
              <a:rPr lang="en-US"/>
              <a:t>Fourth level</a:t>
            </a:r>
          </a:p>
        </p:txBody>
      </p:sp>
      <p:sp>
        <p:nvSpPr>
          <p:cNvPr id="70" name="Text Placeholder 49">
            <a:extLst>
              <a:ext uri="{FF2B5EF4-FFF2-40B4-BE49-F238E27FC236}">
                <a16:creationId xmlns:a16="http://schemas.microsoft.com/office/drawing/2014/main" id="{32B0986E-F1A6-CA45-80F0-27B2926228BB}"/>
              </a:ext>
            </a:extLst>
          </p:cNvPr>
          <p:cNvSpPr>
            <a:spLocks noGrp="1"/>
          </p:cNvSpPr>
          <p:nvPr>
            <p:ph type="body" sz="quarter" idx="32"/>
          </p:nvPr>
        </p:nvSpPr>
        <p:spPr>
          <a:xfrm>
            <a:off x="30606807" y="7223116"/>
            <a:ext cx="12315828" cy="6370320"/>
          </a:xfrm>
          <a:prstGeom prst="rect">
            <a:avLst/>
          </a:prstGeom>
        </p:spPr>
        <p:txBody>
          <a:bodyPr/>
          <a:lstStyle>
            <a:lvl1pPr marL="0" indent="0">
              <a:buNone/>
              <a:defRPr sz="4320" b="0"/>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1" name="Text Placeholder 49">
            <a:extLst>
              <a:ext uri="{FF2B5EF4-FFF2-40B4-BE49-F238E27FC236}">
                <a16:creationId xmlns:a16="http://schemas.microsoft.com/office/drawing/2014/main" id="{4D8FC75B-21BD-2F4B-8AD0-F27275D1936C}"/>
              </a:ext>
            </a:extLst>
          </p:cNvPr>
          <p:cNvSpPr>
            <a:spLocks noGrp="1"/>
          </p:cNvSpPr>
          <p:nvPr>
            <p:ph type="body" sz="quarter" idx="33"/>
          </p:nvPr>
        </p:nvSpPr>
        <p:spPr>
          <a:xfrm>
            <a:off x="30606807" y="5662546"/>
            <a:ext cx="12315828" cy="1216404"/>
          </a:xfrm>
          <a:prstGeom prst="rect">
            <a:avLst/>
          </a:prstGeom>
        </p:spPr>
        <p:txBody>
          <a:bodyPr>
            <a:noAutofit/>
          </a:bodyPr>
          <a:lstStyle>
            <a:lvl1pPr marL="0" indent="0">
              <a:buNone/>
              <a:defRPr sz="5040" b="1"/>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2" name="Text Placeholder 49">
            <a:extLst>
              <a:ext uri="{FF2B5EF4-FFF2-40B4-BE49-F238E27FC236}">
                <a16:creationId xmlns:a16="http://schemas.microsoft.com/office/drawing/2014/main" id="{F95C967C-9609-5248-B209-ED38DDE9587E}"/>
              </a:ext>
            </a:extLst>
          </p:cNvPr>
          <p:cNvSpPr>
            <a:spLocks noGrp="1"/>
          </p:cNvSpPr>
          <p:nvPr>
            <p:ph type="body" sz="quarter" idx="34"/>
          </p:nvPr>
        </p:nvSpPr>
        <p:spPr>
          <a:xfrm>
            <a:off x="30606807" y="16184500"/>
            <a:ext cx="12315828" cy="5884719"/>
          </a:xfrm>
          <a:prstGeom prst="rect">
            <a:avLst/>
          </a:prstGeom>
        </p:spPr>
        <p:txBody>
          <a:bodyPr/>
          <a:lstStyle>
            <a:lvl1pPr marL="0" indent="0">
              <a:buNone/>
              <a:defRPr sz="4320" b="0"/>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3" name="Text Placeholder 49">
            <a:extLst>
              <a:ext uri="{FF2B5EF4-FFF2-40B4-BE49-F238E27FC236}">
                <a16:creationId xmlns:a16="http://schemas.microsoft.com/office/drawing/2014/main" id="{AAD304A9-24A5-1C4A-A127-E85D160A85A1}"/>
              </a:ext>
            </a:extLst>
          </p:cNvPr>
          <p:cNvSpPr>
            <a:spLocks noGrp="1"/>
          </p:cNvSpPr>
          <p:nvPr>
            <p:ph type="body" sz="quarter" idx="35"/>
          </p:nvPr>
        </p:nvSpPr>
        <p:spPr>
          <a:xfrm>
            <a:off x="30606807" y="14280766"/>
            <a:ext cx="12315828" cy="1216404"/>
          </a:xfrm>
          <a:prstGeom prst="rect">
            <a:avLst/>
          </a:prstGeom>
        </p:spPr>
        <p:txBody>
          <a:bodyPr>
            <a:noAutofit/>
          </a:bodyPr>
          <a:lstStyle>
            <a:lvl1pPr marL="0" indent="0">
              <a:buNone/>
              <a:defRPr sz="5040" b="1"/>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6" name="Text Placeholder 60">
            <a:extLst>
              <a:ext uri="{FF2B5EF4-FFF2-40B4-BE49-F238E27FC236}">
                <a16:creationId xmlns:a16="http://schemas.microsoft.com/office/drawing/2014/main" id="{20CC3331-724C-2445-B60D-AE80F1B97B15}"/>
              </a:ext>
            </a:extLst>
          </p:cNvPr>
          <p:cNvSpPr>
            <a:spLocks noGrp="1"/>
          </p:cNvSpPr>
          <p:nvPr>
            <p:ph type="body" sz="quarter" idx="38" hasCustomPrompt="1"/>
          </p:nvPr>
        </p:nvSpPr>
        <p:spPr>
          <a:xfrm>
            <a:off x="1565922" y="2460489"/>
            <a:ext cx="13354836" cy="880371"/>
          </a:xfrm>
          <a:prstGeom prst="rect">
            <a:avLst/>
          </a:prstGeom>
        </p:spPr>
        <p:txBody>
          <a:bodyPr>
            <a:noAutofit/>
          </a:bodyPr>
          <a:lstStyle>
            <a:lvl1pPr marL="0" indent="0">
              <a:buNone/>
              <a:defRPr sz="4320">
                <a:solidFill>
                  <a:schemeClr val="bg1"/>
                </a:solidFill>
              </a:defRPr>
            </a:lvl1pPr>
            <a:lvl4pPr marL="4935780" indent="0">
              <a:buNone/>
              <a:defRPr/>
            </a:lvl4pPr>
          </a:lstStyle>
          <a:p>
            <a:pPr lvl="0"/>
            <a:r>
              <a:rPr lang="en-US"/>
              <a:t>“Department Name”</a:t>
            </a:r>
          </a:p>
        </p:txBody>
      </p:sp>
      <p:sp>
        <p:nvSpPr>
          <p:cNvPr id="77" name="Text Placeholder 49">
            <a:extLst>
              <a:ext uri="{FF2B5EF4-FFF2-40B4-BE49-F238E27FC236}">
                <a16:creationId xmlns:a16="http://schemas.microsoft.com/office/drawing/2014/main" id="{8ED906C8-791C-8B47-A246-A337F89E3FC0}"/>
              </a:ext>
            </a:extLst>
          </p:cNvPr>
          <p:cNvSpPr>
            <a:spLocks noGrp="1"/>
          </p:cNvSpPr>
          <p:nvPr>
            <p:ph type="body" sz="quarter" idx="39" hasCustomPrompt="1"/>
          </p:nvPr>
        </p:nvSpPr>
        <p:spPr>
          <a:xfrm>
            <a:off x="30606807" y="3445468"/>
            <a:ext cx="5854745" cy="899718"/>
          </a:xfrm>
          <a:prstGeom prst="rect">
            <a:avLst/>
          </a:prstGeom>
        </p:spPr>
        <p:txBody>
          <a:bodyPr>
            <a:noAutofit/>
          </a:bodyPr>
          <a:lstStyle>
            <a:lvl1pPr marL="0" indent="0" algn="r">
              <a:buNone/>
              <a:defRPr sz="8640" b="1" i="0">
                <a:solidFill>
                  <a:schemeClr val="bg1"/>
                </a:solidFill>
                <a:latin typeface="Lato Black" panose="020F0502020204030203" pitchFamily="34" charset="0"/>
                <a:ea typeface="Lato Black" panose="020F0502020204030203" pitchFamily="34" charset="0"/>
                <a:cs typeface="Lato Black" panose="020F0502020204030203" pitchFamily="34" charset="0"/>
              </a:defRPr>
            </a:lvl1pPr>
            <a:lvl2pPr marL="1645260" indent="0">
              <a:buNone/>
              <a:defRPr/>
            </a:lvl2pPr>
            <a:lvl3pPr marL="3290520" indent="0">
              <a:buNone/>
              <a:defRPr/>
            </a:lvl3pPr>
            <a:lvl4pPr marL="4935780" indent="0">
              <a:buNone/>
              <a:defRPr/>
            </a:lvl4pPr>
          </a:lstStyle>
          <a:p>
            <a:pPr lvl="0"/>
            <a:r>
              <a:rPr lang="en-US"/>
              <a:t>Project #</a:t>
            </a:r>
          </a:p>
        </p:txBody>
      </p:sp>
      <p:sp>
        <p:nvSpPr>
          <p:cNvPr id="78" name="Text Placeholder 49">
            <a:extLst>
              <a:ext uri="{FF2B5EF4-FFF2-40B4-BE49-F238E27FC236}">
                <a16:creationId xmlns:a16="http://schemas.microsoft.com/office/drawing/2014/main" id="{B096D7A1-D184-034D-9319-BCC9D88D14A0}"/>
              </a:ext>
            </a:extLst>
          </p:cNvPr>
          <p:cNvSpPr>
            <a:spLocks noGrp="1"/>
          </p:cNvSpPr>
          <p:nvPr>
            <p:ph type="body" sz="quarter" idx="40" hasCustomPrompt="1"/>
          </p:nvPr>
        </p:nvSpPr>
        <p:spPr>
          <a:xfrm>
            <a:off x="1565921" y="478769"/>
            <a:ext cx="13354831" cy="1637646"/>
          </a:xfrm>
          <a:prstGeom prst="rect">
            <a:avLst/>
          </a:prstGeom>
        </p:spPr>
        <p:txBody>
          <a:bodyPr>
            <a:noAutofit/>
          </a:bodyPr>
          <a:lstStyle>
            <a:lvl1pPr marL="0" indent="0" algn="l">
              <a:buNone/>
              <a:defRPr sz="5760" b="1" i="0">
                <a:solidFill>
                  <a:schemeClr val="bg1"/>
                </a:solidFill>
                <a:latin typeface="Lato Black" panose="020F0502020204030203" pitchFamily="34" charset="0"/>
                <a:ea typeface="Lato Black" panose="020F0502020204030203" pitchFamily="34" charset="0"/>
                <a:cs typeface="Lato Black" panose="020F0502020204030203" pitchFamily="34" charset="0"/>
              </a:defRPr>
            </a:lvl1pPr>
            <a:lvl2pPr marL="1645260" indent="0">
              <a:buNone/>
              <a:defRPr/>
            </a:lvl2pPr>
            <a:lvl3pPr marL="3290520" indent="0">
              <a:buNone/>
              <a:defRPr/>
            </a:lvl3pPr>
            <a:lvl4pPr marL="4935780" indent="0">
              <a:buNone/>
              <a:defRPr/>
            </a:lvl4pPr>
          </a:lstStyle>
          <a:p>
            <a:pPr lvl="0"/>
            <a:r>
              <a:rPr lang="en-US"/>
              <a:t>Project Title</a:t>
            </a:r>
          </a:p>
        </p:txBody>
      </p:sp>
      <p:sp>
        <p:nvSpPr>
          <p:cNvPr id="7" name="TextBox 6">
            <a:extLst>
              <a:ext uri="{FF2B5EF4-FFF2-40B4-BE49-F238E27FC236}">
                <a16:creationId xmlns:a16="http://schemas.microsoft.com/office/drawing/2014/main" id="{8354ACB0-71E3-7885-3344-FFDD65703BCA}"/>
              </a:ext>
            </a:extLst>
          </p:cNvPr>
          <p:cNvSpPr txBox="1"/>
          <p:nvPr userDrawn="1"/>
        </p:nvSpPr>
        <p:spPr>
          <a:xfrm>
            <a:off x="3048006" y="2189022"/>
            <a:ext cx="184731" cy="276999"/>
          </a:xfrm>
          <a:prstGeom prst="rect">
            <a:avLst/>
          </a:prstGeom>
          <a:noFill/>
        </p:spPr>
        <p:txBody>
          <a:bodyPr wrap="none" rtlCol="0">
            <a:spAutoFit/>
          </a:bodyPr>
          <a:lstStyle/>
          <a:p>
            <a:endParaRPr lang="en-US" sz="1200"/>
          </a:p>
        </p:txBody>
      </p:sp>
      <p:sp>
        <p:nvSpPr>
          <p:cNvPr id="2" name="Text Placeholder 60">
            <a:extLst>
              <a:ext uri="{FF2B5EF4-FFF2-40B4-BE49-F238E27FC236}">
                <a16:creationId xmlns:a16="http://schemas.microsoft.com/office/drawing/2014/main" id="{D7CB1472-F4DC-F228-9B53-1FD03C0FA970}"/>
              </a:ext>
            </a:extLst>
          </p:cNvPr>
          <p:cNvSpPr>
            <a:spLocks noGrp="1"/>
          </p:cNvSpPr>
          <p:nvPr>
            <p:ph type="body" sz="quarter" idx="41" hasCustomPrompt="1"/>
          </p:nvPr>
        </p:nvSpPr>
        <p:spPr>
          <a:xfrm>
            <a:off x="22287314" y="2555665"/>
            <a:ext cx="7444541" cy="785195"/>
          </a:xfrm>
          <a:prstGeom prst="rect">
            <a:avLst/>
          </a:prstGeom>
        </p:spPr>
        <p:txBody>
          <a:bodyPr>
            <a:noAutofit/>
          </a:bodyPr>
          <a:lstStyle>
            <a:lvl1pPr marL="0" indent="0" algn="l">
              <a:buNone/>
              <a:defRPr sz="4320">
                <a:solidFill>
                  <a:schemeClr val="bg1"/>
                </a:solidFill>
              </a:defRPr>
            </a:lvl1pPr>
            <a:lvl4pPr marL="4935780" indent="0">
              <a:buNone/>
              <a:defRPr/>
            </a:lvl4pPr>
          </a:lstStyle>
          <a:p>
            <a:pPr algn="l"/>
            <a:r>
              <a:rPr lang="en-US" sz="4320">
                <a:solidFill>
                  <a:schemeClr val="bg1"/>
                </a:solidFill>
                <a:latin typeface="Lato" panose="020F0502020204030203" pitchFamily="34" charset="0"/>
                <a:ea typeface="Lato" panose="020F0502020204030203" pitchFamily="34" charset="0"/>
                <a:cs typeface="Lato" panose="020F0502020204030203" pitchFamily="34" charset="0"/>
              </a:rPr>
              <a:t>Faculty Course Co-ordinator </a:t>
            </a:r>
            <a:endParaRPr lang="en-US" sz="144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 name="Text Placeholder 60">
            <a:extLst>
              <a:ext uri="{FF2B5EF4-FFF2-40B4-BE49-F238E27FC236}">
                <a16:creationId xmlns:a16="http://schemas.microsoft.com/office/drawing/2014/main" id="{5D5C94C0-E910-93B4-C5F7-B55D12238C66}"/>
              </a:ext>
            </a:extLst>
          </p:cNvPr>
          <p:cNvSpPr>
            <a:spLocks noGrp="1"/>
          </p:cNvSpPr>
          <p:nvPr>
            <p:ph type="body" sz="quarter" idx="42" hasCustomPrompt="1"/>
          </p:nvPr>
        </p:nvSpPr>
        <p:spPr>
          <a:xfrm>
            <a:off x="22287315" y="3563419"/>
            <a:ext cx="6343656" cy="663817"/>
          </a:xfrm>
          <a:prstGeom prst="rect">
            <a:avLst/>
          </a:prstGeom>
        </p:spPr>
        <p:txBody>
          <a:bodyPr>
            <a:noAutofit/>
          </a:bodyPr>
          <a:lstStyle>
            <a:lvl1pPr marL="0" indent="0">
              <a:buNone/>
              <a:defRPr sz="3240">
                <a:solidFill>
                  <a:schemeClr val="bg1"/>
                </a:solidFill>
              </a:defRPr>
            </a:lvl1pPr>
            <a:lvl4pPr marL="4935780" indent="0">
              <a:buNone/>
              <a:defRPr/>
            </a:lvl4pPr>
          </a:lstStyle>
          <a:p>
            <a:pPr lvl="0"/>
            <a:r>
              <a:rPr lang="en-US"/>
              <a:t>Fourth level</a:t>
            </a:r>
          </a:p>
        </p:txBody>
      </p:sp>
      <p:sp>
        <p:nvSpPr>
          <p:cNvPr id="4" name="Text Placeholder 49">
            <a:extLst>
              <a:ext uri="{FF2B5EF4-FFF2-40B4-BE49-F238E27FC236}">
                <a16:creationId xmlns:a16="http://schemas.microsoft.com/office/drawing/2014/main" id="{C0C63233-0BD0-EE70-7205-51E84E8693A7}"/>
              </a:ext>
            </a:extLst>
          </p:cNvPr>
          <p:cNvSpPr>
            <a:spLocks noGrp="1"/>
          </p:cNvSpPr>
          <p:nvPr>
            <p:ph type="body" sz="quarter" idx="43"/>
          </p:nvPr>
        </p:nvSpPr>
        <p:spPr>
          <a:xfrm>
            <a:off x="30606807" y="23973955"/>
            <a:ext cx="12315828" cy="6893972"/>
          </a:xfrm>
          <a:prstGeom prst="rect">
            <a:avLst/>
          </a:prstGeom>
        </p:spPr>
        <p:txBody>
          <a:bodyPr/>
          <a:lstStyle>
            <a:lvl1pPr marL="0" indent="0">
              <a:buNone/>
              <a:defRPr sz="4320" b="0"/>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5" name="Text Placeholder 49">
            <a:extLst>
              <a:ext uri="{FF2B5EF4-FFF2-40B4-BE49-F238E27FC236}">
                <a16:creationId xmlns:a16="http://schemas.microsoft.com/office/drawing/2014/main" id="{98D5F640-4D05-FD86-6EF9-80B94ABB7DC9}"/>
              </a:ext>
            </a:extLst>
          </p:cNvPr>
          <p:cNvSpPr>
            <a:spLocks noGrp="1"/>
          </p:cNvSpPr>
          <p:nvPr>
            <p:ph type="body" sz="quarter" idx="44"/>
          </p:nvPr>
        </p:nvSpPr>
        <p:spPr>
          <a:xfrm>
            <a:off x="30606807" y="22413385"/>
            <a:ext cx="12315828" cy="1216404"/>
          </a:xfrm>
          <a:prstGeom prst="rect">
            <a:avLst/>
          </a:prstGeom>
        </p:spPr>
        <p:txBody>
          <a:bodyPr>
            <a:noAutofit/>
          </a:bodyPr>
          <a:lstStyle>
            <a:lvl1pPr marL="0" indent="0">
              <a:buNone/>
              <a:defRPr sz="5040" b="1"/>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6" name="Picture Placeholder 36">
            <a:extLst>
              <a:ext uri="{FF2B5EF4-FFF2-40B4-BE49-F238E27FC236}">
                <a16:creationId xmlns:a16="http://schemas.microsoft.com/office/drawing/2014/main" id="{3EF891AE-3014-7B8D-BC5A-C7F85CABC5B2}"/>
              </a:ext>
            </a:extLst>
          </p:cNvPr>
          <p:cNvSpPr>
            <a:spLocks noGrp="1"/>
          </p:cNvSpPr>
          <p:nvPr>
            <p:ph type="pic" sz="quarter" idx="45"/>
          </p:nvPr>
        </p:nvSpPr>
        <p:spPr>
          <a:xfrm>
            <a:off x="16116542" y="5662546"/>
            <a:ext cx="13525392" cy="9244944"/>
          </a:xfrm>
          <a:prstGeom prst="rect">
            <a:avLst/>
          </a:prstGeom>
        </p:spPr>
        <p:txBody>
          <a:bodyPr/>
          <a:lstStyle>
            <a:lvl1pPr marL="0" indent="0">
              <a:buNone/>
              <a:defRPr sz="7992"/>
            </a:lvl1pPr>
          </a:lstStyle>
          <a:p>
            <a:endParaRPr lang="en-US"/>
          </a:p>
        </p:txBody>
      </p:sp>
      <p:sp>
        <p:nvSpPr>
          <p:cNvPr id="8" name="Picture Placeholder 36">
            <a:extLst>
              <a:ext uri="{FF2B5EF4-FFF2-40B4-BE49-F238E27FC236}">
                <a16:creationId xmlns:a16="http://schemas.microsoft.com/office/drawing/2014/main" id="{B5F491EB-A441-CC19-2511-80253E62BC4C}"/>
              </a:ext>
            </a:extLst>
          </p:cNvPr>
          <p:cNvSpPr>
            <a:spLocks noGrp="1"/>
          </p:cNvSpPr>
          <p:nvPr>
            <p:ph type="pic" sz="quarter" idx="46"/>
          </p:nvPr>
        </p:nvSpPr>
        <p:spPr>
          <a:xfrm>
            <a:off x="1626277" y="15497170"/>
            <a:ext cx="13525392" cy="9965381"/>
          </a:xfrm>
          <a:prstGeom prst="rect">
            <a:avLst/>
          </a:prstGeom>
        </p:spPr>
        <p:txBody>
          <a:bodyPr/>
          <a:lstStyle>
            <a:lvl1pPr marL="0" indent="0">
              <a:buNone/>
              <a:defRPr sz="7992"/>
            </a:lvl1pPr>
          </a:lstStyle>
          <a:p>
            <a:endParaRPr lang="en-US"/>
          </a:p>
        </p:txBody>
      </p:sp>
      <p:sp>
        <p:nvSpPr>
          <p:cNvPr id="13" name="Picture Placeholder 36">
            <a:extLst>
              <a:ext uri="{FF2B5EF4-FFF2-40B4-BE49-F238E27FC236}">
                <a16:creationId xmlns:a16="http://schemas.microsoft.com/office/drawing/2014/main" id="{E5561193-5DE2-0165-4EEB-4749F6635190}"/>
              </a:ext>
            </a:extLst>
          </p:cNvPr>
          <p:cNvSpPr>
            <a:spLocks noGrp="1"/>
          </p:cNvSpPr>
          <p:nvPr>
            <p:ph type="pic" sz="quarter" idx="51"/>
          </p:nvPr>
        </p:nvSpPr>
        <p:spPr>
          <a:xfrm>
            <a:off x="16116542" y="15497170"/>
            <a:ext cx="6521785" cy="4675048"/>
          </a:xfrm>
          <a:prstGeom prst="rect">
            <a:avLst/>
          </a:prstGeom>
        </p:spPr>
        <p:txBody>
          <a:bodyPr/>
          <a:lstStyle>
            <a:lvl1pPr marL="0" indent="0">
              <a:buNone/>
              <a:defRPr sz="7992"/>
            </a:lvl1pPr>
          </a:lstStyle>
          <a:p>
            <a:endParaRPr lang="en-US"/>
          </a:p>
        </p:txBody>
      </p:sp>
      <p:sp>
        <p:nvSpPr>
          <p:cNvPr id="14" name="Picture Placeholder 36">
            <a:extLst>
              <a:ext uri="{FF2B5EF4-FFF2-40B4-BE49-F238E27FC236}">
                <a16:creationId xmlns:a16="http://schemas.microsoft.com/office/drawing/2014/main" id="{0DC11D91-B5C7-B57D-D4CF-B55B31E97A9D}"/>
              </a:ext>
            </a:extLst>
          </p:cNvPr>
          <p:cNvSpPr>
            <a:spLocks noGrp="1"/>
          </p:cNvSpPr>
          <p:nvPr>
            <p:ph type="pic" sz="quarter" idx="52"/>
          </p:nvPr>
        </p:nvSpPr>
        <p:spPr>
          <a:xfrm>
            <a:off x="23120149" y="15497170"/>
            <a:ext cx="6521785" cy="4675048"/>
          </a:xfrm>
          <a:prstGeom prst="rect">
            <a:avLst/>
          </a:prstGeom>
        </p:spPr>
        <p:txBody>
          <a:bodyPr/>
          <a:lstStyle>
            <a:lvl1pPr marL="0" indent="0">
              <a:buNone/>
              <a:defRPr sz="7992"/>
            </a:lvl1pPr>
          </a:lstStyle>
          <a:p>
            <a:endParaRPr lang="en-US"/>
          </a:p>
        </p:txBody>
      </p:sp>
      <p:sp>
        <p:nvSpPr>
          <p:cNvPr id="15" name="Picture Placeholder 36">
            <a:extLst>
              <a:ext uri="{FF2B5EF4-FFF2-40B4-BE49-F238E27FC236}">
                <a16:creationId xmlns:a16="http://schemas.microsoft.com/office/drawing/2014/main" id="{CD24241F-0660-A88F-F6E7-998381CCE253}"/>
              </a:ext>
            </a:extLst>
          </p:cNvPr>
          <p:cNvSpPr>
            <a:spLocks noGrp="1"/>
          </p:cNvSpPr>
          <p:nvPr>
            <p:ph type="pic" sz="quarter" idx="53"/>
          </p:nvPr>
        </p:nvSpPr>
        <p:spPr>
          <a:xfrm>
            <a:off x="16116542" y="20789606"/>
            <a:ext cx="6521785" cy="4675048"/>
          </a:xfrm>
          <a:prstGeom prst="rect">
            <a:avLst/>
          </a:prstGeom>
        </p:spPr>
        <p:txBody>
          <a:bodyPr/>
          <a:lstStyle>
            <a:lvl1pPr marL="0" indent="0">
              <a:buNone/>
              <a:defRPr sz="7992"/>
            </a:lvl1pPr>
          </a:lstStyle>
          <a:p>
            <a:endParaRPr lang="en-US"/>
          </a:p>
        </p:txBody>
      </p:sp>
      <p:sp>
        <p:nvSpPr>
          <p:cNvPr id="16" name="Picture Placeholder 36">
            <a:extLst>
              <a:ext uri="{FF2B5EF4-FFF2-40B4-BE49-F238E27FC236}">
                <a16:creationId xmlns:a16="http://schemas.microsoft.com/office/drawing/2014/main" id="{F6A28E6F-30E1-3F80-4D47-D6BF0E229CCE}"/>
              </a:ext>
            </a:extLst>
          </p:cNvPr>
          <p:cNvSpPr>
            <a:spLocks noGrp="1"/>
          </p:cNvSpPr>
          <p:nvPr>
            <p:ph type="pic" sz="quarter" idx="54"/>
          </p:nvPr>
        </p:nvSpPr>
        <p:spPr>
          <a:xfrm>
            <a:off x="23120149" y="20789606"/>
            <a:ext cx="6521785" cy="4675048"/>
          </a:xfrm>
          <a:prstGeom prst="rect">
            <a:avLst/>
          </a:prstGeom>
        </p:spPr>
        <p:txBody>
          <a:bodyPr/>
          <a:lstStyle>
            <a:lvl1pPr marL="0" indent="0">
              <a:buNone/>
              <a:defRPr sz="7992"/>
            </a:lvl1pPr>
          </a:lstStyle>
          <a:p>
            <a:endParaRPr lang="en-US"/>
          </a:p>
        </p:txBody>
      </p:sp>
    </p:spTree>
    <p:extLst>
      <p:ext uri="{BB962C8B-B14F-4D97-AF65-F5344CB8AC3E}">
        <p14:creationId xmlns:p14="http://schemas.microsoft.com/office/powerpoint/2010/main" val="3417697303"/>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13824"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EE3FB7E-6C35-F98F-1BF3-8754B72FB0B7}"/>
              </a:ext>
            </a:extLst>
          </p:cNvPr>
          <p:cNvSpPr>
            <a:spLocks noGrp="1" noRot="1" noMove="1" noResize="1" noEditPoints="1" noAdjustHandles="1" noChangeArrowheads="1" noChangeShapeType="1"/>
          </p:cNvSpPr>
          <p:nvPr userDrawn="1"/>
        </p:nvSpPr>
        <p:spPr>
          <a:xfrm rot="5400000">
            <a:off x="19427634" y="-19494012"/>
            <a:ext cx="5035956" cy="43891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124"/>
          </a:p>
        </p:txBody>
      </p:sp>
      <p:pic>
        <p:nvPicPr>
          <p:cNvPr id="8" name="Picture 7">
            <a:extLst>
              <a:ext uri="{FF2B5EF4-FFF2-40B4-BE49-F238E27FC236}">
                <a16:creationId xmlns:a16="http://schemas.microsoft.com/office/drawing/2014/main" id="{CC7EAC6D-DEFE-ECDA-51F1-C6442454F33F}"/>
              </a:ext>
            </a:extLst>
          </p:cNvPr>
          <p:cNvPicPr>
            <a:picLocks noGrp="1" noRot="1" noChangeAspect="1" noMove="1" noResize="1" noEditPoints="1" noAdjustHandles="1" noChangeArrowheads="1" noChangeShapeType="1" noCrop="1"/>
          </p:cNvPicPr>
          <p:nvPr userDrawn="1"/>
        </p:nvPicPr>
        <p:blipFill>
          <a:blip r:embed="rId3"/>
          <a:srcRect/>
          <a:stretch/>
        </p:blipFill>
        <p:spPr>
          <a:xfrm>
            <a:off x="36793410" y="828720"/>
            <a:ext cx="5756916" cy="3266208"/>
          </a:xfrm>
          <a:prstGeom prst="rect">
            <a:avLst/>
          </a:prstGeom>
        </p:spPr>
      </p:pic>
      <p:sp>
        <p:nvSpPr>
          <p:cNvPr id="11" name="TextBox 10">
            <a:extLst>
              <a:ext uri="{FF2B5EF4-FFF2-40B4-BE49-F238E27FC236}">
                <a16:creationId xmlns:a16="http://schemas.microsoft.com/office/drawing/2014/main" id="{F3CC34A0-AA20-C30D-86DB-2D1525F9EB65}"/>
              </a:ext>
            </a:extLst>
          </p:cNvPr>
          <p:cNvSpPr txBox="1">
            <a:spLocks noGrp="1" noRot="1" noMove="1" noResize="1" noEditPoints="1" noAdjustHandles="1" noChangeArrowheads="1" noChangeShapeType="1"/>
          </p:cNvSpPr>
          <p:nvPr userDrawn="1"/>
        </p:nvSpPr>
        <p:spPr>
          <a:xfrm>
            <a:off x="21585382" y="31459278"/>
            <a:ext cx="20964944" cy="849976"/>
          </a:xfrm>
          <a:prstGeom prst="rect">
            <a:avLst/>
          </a:prstGeom>
          <a:noFill/>
        </p:spPr>
        <p:txBody>
          <a:bodyPr wrap="square" rtlCol="0">
            <a:spAutoFit/>
          </a:bodyPr>
          <a:lstStyle/>
          <a:p>
            <a:pPr marL="0" marR="0" lvl="0" indent="0" algn="r" defTabSz="3290520" rtl="0" eaLnBrk="1" fontAlgn="auto" latinLnBrk="0" hangingPunct="1">
              <a:lnSpc>
                <a:spcPct val="150000"/>
              </a:lnSpc>
              <a:spcBef>
                <a:spcPts val="0"/>
              </a:spcBef>
              <a:spcAft>
                <a:spcPts val="0"/>
              </a:spcAft>
              <a:buClrTx/>
              <a:buSzTx/>
              <a:buFontTx/>
              <a:buNone/>
              <a:tabLst/>
              <a:defRPr/>
            </a:pPr>
            <a:r>
              <a:rPr lang="en-US" sz="3780" b="0" i="0" u="none" strike="noStrike" cap="none" spc="2160">
                <a:solidFill>
                  <a:schemeClr val="bg2">
                    <a:lumMod val="75000"/>
                  </a:schemeClr>
                </a:solidFill>
                <a:effectLst/>
                <a:latin typeface="Lato" panose="020F0502020204030203" pitchFamily="34" charset="0"/>
                <a:ea typeface="Lato" panose="020F0502020204030203" pitchFamily="34" charset="0"/>
                <a:cs typeface="Lato" panose="020F0502020204030203" pitchFamily="34" charset="0"/>
                <a:sym typeface="Arial"/>
              </a:rPr>
              <a:t>SENIOR DESIGN SHOWCASE | FALL 2024</a:t>
            </a:r>
          </a:p>
        </p:txBody>
      </p:sp>
      <p:pic>
        <p:nvPicPr>
          <p:cNvPr id="6" name="Picture 5" descr="A black background with blue text&#10;&#10;Description automatically generated">
            <a:extLst>
              <a:ext uri="{FF2B5EF4-FFF2-40B4-BE49-F238E27FC236}">
                <a16:creationId xmlns:a16="http://schemas.microsoft.com/office/drawing/2014/main" id="{2FD32501-E43A-6356-0456-A00FEE09EFE0}"/>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1340874" y="29581334"/>
            <a:ext cx="12624508" cy="2302932"/>
          </a:xfrm>
          <a:prstGeom prst="rect">
            <a:avLst/>
          </a:prstGeom>
        </p:spPr>
      </p:pic>
    </p:spTree>
    <p:extLst>
      <p:ext uri="{BB962C8B-B14F-4D97-AF65-F5344CB8AC3E}">
        <p14:creationId xmlns:p14="http://schemas.microsoft.com/office/powerpoint/2010/main" val="1855330281"/>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4387368" rtl="0" eaLnBrk="1" latinLnBrk="0" hangingPunct="1">
        <a:lnSpc>
          <a:spcPct val="90000"/>
        </a:lnSpc>
        <a:spcBef>
          <a:spcPct val="0"/>
        </a:spcBef>
        <a:buNone/>
        <a:defRPr sz="21108" kern="1200">
          <a:solidFill>
            <a:schemeClr val="tx1"/>
          </a:solidFill>
          <a:latin typeface="+mj-lt"/>
          <a:ea typeface="+mj-ea"/>
          <a:cs typeface="+mj-cs"/>
        </a:defRPr>
      </a:lvl1pPr>
    </p:titleStyle>
    <p:bodyStyle>
      <a:lvl1pPr marL="1096836" indent="-1096836" algn="l" defTabSz="4387368"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0520" indent="-1096836" algn="l" defTabSz="4387368"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4204" indent="-1096836" algn="l" defTabSz="4387368"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77888"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1572"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65256"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58940"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2612"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46296"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7368" rtl="0" eaLnBrk="1" latinLnBrk="0" hangingPunct="1">
        <a:defRPr sz="8640" kern="1200">
          <a:solidFill>
            <a:schemeClr val="tx1"/>
          </a:solidFill>
          <a:latin typeface="+mn-lt"/>
          <a:ea typeface="+mn-ea"/>
          <a:cs typeface="+mn-cs"/>
        </a:defRPr>
      </a:lvl1pPr>
      <a:lvl2pPr marL="2193684" algn="l" defTabSz="4387368" rtl="0" eaLnBrk="1" latinLnBrk="0" hangingPunct="1">
        <a:defRPr sz="8640" kern="1200">
          <a:solidFill>
            <a:schemeClr val="tx1"/>
          </a:solidFill>
          <a:latin typeface="+mn-lt"/>
          <a:ea typeface="+mn-ea"/>
          <a:cs typeface="+mn-cs"/>
        </a:defRPr>
      </a:lvl2pPr>
      <a:lvl3pPr marL="4387368" algn="l" defTabSz="4387368" rtl="0" eaLnBrk="1" latinLnBrk="0" hangingPunct="1">
        <a:defRPr sz="8640" kern="1200">
          <a:solidFill>
            <a:schemeClr val="tx1"/>
          </a:solidFill>
          <a:latin typeface="+mn-lt"/>
          <a:ea typeface="+mn-ea"/>
          <a:cs typeface="+mn-cs"/>
        </a:defRPr>
      </a:lvl3pPr>
      <a:lvl4pPr marL="6581052" algn="l" defTabSz="4387368" rtl="0" eaLnBrk="1" latinLnBrk="0" hangingPunct="1">
        <a:defRPr sz="8640" kern="1200">
          <a:solidFill>
            <a:schemeClr val="tx1"/>
          </a:solidFill>
          <a:latin typeface="+mn-lt"/>
          <a:ea typeface="+mn-ea"/>
          <a:cs typeface="+mn-cs"/>
        </a:defRPr>
      </a:lvl4pPr>
      <a:lvl5pPr marL="8774724" algn="l" defTabSz="4387368" rtl="0" eaLnBrk="1" latinLnBrk="0" hangingPunct="1">
        <a:defRPr sz="8640" kern="1200">
          <a:solidFill>
            <a:schemeClr val="tx1"/>
          </a:solidFill>
          <a:latin typeface="+mn-lt"/>
          <a:ea typeface="+mn-ea"/>
          <a:cs typeface="+mn-cs"/>
        </a:defRPr>
      </a:lvl5pPr>
      <a:lvl6pPr marL="10968408" algn="l" defTabSz="4387368" rtl="0" eaLnBrk="1" latinLnBrk="0" hangingPunct="1">
        <a:defRPr sz="8640" kern="1200">
          <a:solidFill>
            <a:schemeClr val="tx1"/>
          </a:solidFill>
          <a:latin typeface="+mn-lt"/>
          <a:ea typeface="+mn-ea"/>
          <a:cs typeface="+mn-cs"/>
        </a:defRPr>
      </a:lvl6pPr>
      <a:lvl7pPr marL="13162092" algn="l" defTabSz="4387368" rtl="0" eaLnBrk="1" latinLnBrk="0" hangingPunct="1">
        <a:defRPr sz="8640" kern="1200">
          <a:solidFill>
            <a:schemeClr val="tx1"/>
          </a:solidFill>
          <a:latin typeface="+mn-lt"/>
          <a:ea typeface="+mn-ea"/>
          <a:cs typeface="+mn-cs"/>
        </a:defRPr>
      </a:lvl7pPr>
      <a:lvl8pPr marL="15355776" algn="l" defTabSz="4387368" rtl="0" eaLnBrk="1" latinLnBrk="0" hangingPunct="1">
        <a:defRPr sz="8640" kern="1200">
          <a:solidFill>
            <a:schemeClr val="tx1"/>
          </a:solidFill>
          <a:latin typeface="+mn-lt"/>
          <a:ea typeface="+mn-ea"/>
          <a:cs typeface="+mn-cs"/>
        </a:defRPr>
      </a:lvl8pPr>
      <a:lvl9pPr marL="17549460" algn="l" defTabSz="4387368"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F26B43"/>
          </p15:clr>
        </p15:guide>
        <p15:guide id="2" pos="1382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9329F4-BC2C-2AD0-9A29-3751215A8AAF}"/>
              </a:ext>
            </a:extLst>
          </p:cNvPr>
          <p:cNvSpPr/>
          <p:nvPr/>
        </p:nvSpPr>
        <p:spPr>
          <a:xfrm>
            <a:off x="1466772" y="5917475"/>
            <a:ext cx="26972933" cy="23188436"/>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ubtitle 10">
            <a:extLst>
              <a:ext uri="{FF2B5EF4-FFF2-40B4-BE49-F238E27FC236}">
                <a16:creationId xmlns:a16="http://schemas.microsoft.com/office/drawing/2014/main" id="{C8C2276F-D017-1D4D-8B1D-0CE8696E26F8}"/>
              </a:ext>
            </a:extLst>
          </p:cNvPr>
          <p:cNvSpPr>
            <a:spLocks noGrp="1"/>
          </p:cNvSpPr>
          <p:nvPr>
            <p:ph type="body" sz="quarter" idx="14"/>
          </p:nvPr>
        </p:nvSpPr>
        <p:spPr>
          <a:xfrm>
            <a:off x="1626274" y="3156216"/>
            <a:ext cx="14593744" cy="1431180"/>
          </a:xfrm>
        </p:spPr>
        <p:txBody>
          <a:bodyPr>
            <a:normAutofit/>
          </a:bodyPr>
          <a:lstStyle/>
          <a:p>
            <a:pPr>
              <a:lnSpc>
                <a:spcPct val="120000"/>
              </a:lnSpc>
              <a:spcBef>
                <a:spcPts val="0"/>
              </a:spcBef>
            </a:pPr>
            <a:r>
              <a:rPr lang="en-US">
                <a:solidFill>
                  <a:schemeClr val="bg1"/>
                </a:solidFill>
                <a:latin typeface="Lato" panose="020F0502020204030203" pitchFamily="34" charset="0"/>
                <a:ea typeface="Lato" panose="020F0502020204030203" pitchFamily="34" charset="0"/>
                <a:cs typeface="Lato" panose="020F0502020204030203" pitchFamily="34" charset="0"/>
              </a:rPr>
              <a:t>Department of Electrical Engineering &amp; Computer S</a:t>
            </a:r>
            <a:r>
              <a:rPr lang="en-US">
                <a:latin typeface="Lato" panose="020F0502020204030203" pitchFamily="34" charset="0"/>
                <a:ea typeface="Lato" panose="020F0502020204030203" pitchFamily="34" charset="0"/>
                <a:cs typeface="Lato" panose="020F0502020204030203" pitchFamily="34" charset="0"/>
              </a:rPr>
              <a:t>cience</a:t>
            </a:r>
            <a:endParaRPr lang="en-US">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0" name="Title 9">
            <a:extLst>
              <a:ext uri="{FF2B5EF4-FFF2-40B4-BE49-F238E27FC236}">
                <a16:creationId xmlns:a16="http://schemas.microsoft.com/office/drawing/2014/main" id="{130F6D8D-3273-3645-AD1D-FA548DA970D7}"/>
              </a:ext>
            </a:extLst>
          </p:cNvPr>
          <p:cNvSpPr>
            <a:spLocks noGrp="1"/>
          </p:cNvSpPr>
          <p:nvPr>
            <p:ph type="ctrTitle" idx="4294967295"/>
          </p:nvPr>
        </p:nvSpPr>
        <p:spPr>
          <a:xfrm>
            <a:off x="1626274" y="670452"/>
            <a:ext cx="13667040" cy="1646232"/>
          </a:xfrm>
          <a:prstGeom prst="rect">
            <a:avLst/>
          </a:prstGeom>
        </p:spPr>
        <p:txBody>
          <a:bodyPr>
            <a:noAutofit/>
          </a:bodyPr>
          <a:lstStyle/>
          <a:p>
            <a:pPr algn="ctr"/>
            <a:r>
              <a:rPr lang="en-US" sz="5400" b="1" i="0">
                <a:solidFill>
                  <a:srgbClr val="FFFFFF"/>
                </a:solidFill>
                <a:effectLst/>
                <a:latin typeface="-apple-system"/>
              </a:rPr>
              <a:t>Intelligent and Collaborative Autonomous Robots for Real-Time Applications</a:t>
            </a:r>
          </a:p>
        </p:txBody>
      </p:sp>
      <p:sp>
        <p:nvSpPr>
          <p:cNvPr id="12" name="Subtitle 10">
            <a:extLst>
              <a:ext uri="{FF2B5EF4-FFF2-40B4-BE49-F238E27FC236}">
                <a16:creationId xmlns:a16="http://schemas.microsoft.com/office/drawing/2014/main" id="{44697D68-8B55-2B44-ADC4-DFE244818CBD}"/>
              </a:ext>
            </a:extLst>
          </p:cNvPr>
          <p:cNvSpPr txBox="1">
            <a:spLocks/>
          </p:cNvSpPr>
          <p:nvPr/>
        </p:nvSpPr>
        <p:spPr>
          <a:xfrm>
            <a:off x="17790260" y="670452"/>
            <a:ext cx="649552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a:solidFill>
                  <a:schemeClr val="bg1"/>
                </a:solidFill>
                <a:latin typeface="Lato" panose="020F0502020204030203" pitchFamily="34" charset="0"/>
                <a:ea typeface="Lato" panose="020F0502020204030203" pitchFamily="34" charset="0"/>
                <a:cs typeface="Lato" panose="020F0502020204030203" pitchFamily="34" charset="0"/>
              </a:rPr>
              <a:t>Team Members </a:t>
            </a:r>
            <a:endParaRPr lang="en-US" sz="144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3" name="Subtitle 10">
            <a:extLst>
              <a:ext uri="{FF2B5EF4-FFF2-40B4-BE49-F238E27FC236}">
                <a16:creationId xmlns:a16="http://schemas.microsoft.com/office/drawing/2014/main" id="{D6644BF5-580B-6149-8DC6-C3C5552F35D6}"/>
              </a:ext>
            </a:extLst>
          </p:cNvPr>
          <p:cNvSpPr txBox="1">
            <a:spLocks/>
          </p:cNvSpPr>
          <p:nvPr/>
        </p:nvSpPr>
        <p:spPr>
          <a:xfrm>
            <a:off x="16653155" y="1338966"/>
            <a:ext cx="6701244" cy="3331044"/>
          </a:xfrm>
          <a:prstGeom prst="rect">
            <a:avLst/>
          </a:prstGeom>
        </p:spPr>
        <p:txBody>
          <a:bodyPr vert="horz" lIns="329184" tIns="164592" rIns="329184" bIns="164592"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en-US" sz="3240" b="0">
                <a:solidFill>
                  <a:schemeClr val="bg1"/>
                </a:solidFill>
              </a:rPr>
              <a:t>Ian Simmons</a:t>
            </a:r>
          </a:p>
          <a:p>
            <a:pPr>
              <a:lnSpc>
                <a:spcPct val="100000"/>
              </a:lnSpc>
            </a:pPr>
            <a:r>
              <a:rPr lang="en-US" sz="3240" b="0">
                <a:solidFill>
                  <a:schemeClr val="bg1"/>
                </a:solidFill>
              </a:rPr>
              <a:t>David </a:t>
            </a:r>
            <a:r>
              <a:rPr lang="en-US" sz="3240" b="0" err="1">
                <a:solidFill>
                  <a:schemeClr val="bg1"/>
                </a:solidFill>
              </a:rPr>
              <a:t>Uzan</a:t>
            </a:r>
            <a:endParaRPr lang="en-US" sz="3240" b="0">
              <a:solidFill>
                <a:schemeClr val="bg1"/>
              </a:solidFill>
            </a:endParaRPr>
          </a:p>
          <a:p>
            <a:pPr>
              <a:lnSpc>
                <a:spcPct val="100000"/>
              </a:lnSpc>
            </a:pPr>
            <a:r>
              <a:rPr lang="en-US" sz="3240" b="0">
                <a:solidFill>
                  <a:schemeClr val="bg1"/>
                </a:solidFill>
              </a:rPr>
              <a:t>John </a:t>
            </a:r>
            <a:r>
              <a:rPr lang="en-US" sz="3240" b="0" err="1">
                <a:solidFill>
                  <a:schemeClr val="bg1"/>
                </a:solidFill>
              </a:rPr>
              <a:t>Sinfuego</a:t>
            </a:r>
            <a:endParaRPr lang="en-US" sz="3240">
              <a:solidFill>
                <a:schemeClr val="bg1"/>
              </a:solidFill>
            </a:endParaRPr>
          </a:p>
        </p:txBody>
      </p:sp>
      <p:sp>
        <p:nvSpPr>
          <p:cNvPr id="17" name="Subtitle 10">
            <a:extLst>
              <a:ext uri="{FF2B5EF4-FFF2-40B4-BE49-F238E27FC236}">
                <a16:creationId xmlns:a16="http://schemas.microsoft.com/office/drawing/2014/main" id="{78B616E3-9E24-1248-8A4D-D77D57F7DC50}"/>
              </a:ext>
            </a:extLst>
          </p:cNvPr>
          <p:cNvSpPr txBox="1">
            <a:spLocks/>
          </p:cNvSpPr>
          <p:nvPr/>
        </p:nvSpPr>
        <p:spPr>
          <a:xfrm>
            <a:off x="23289231" y="670452"/>
            <a:ext cx="649552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a:solidFill>
                  <a:schemeClr val="bg1"/>
                </a:solidFill>
                <a:latin typeface="Lato" panose="020F0502020204030203" pitchFamily="34" charset="0"/>
                <a:ea typeface="Lato" panose="020F0502020204030203" pitchFamily="34" charset="0"/>
                <a:cs typeface="Lato" panose="020F0502020204030203" pitchFamily="34" charset="0"/>
              </a:rPr>
              <a:t>Faculty Advisor &amp; Staff</a:t>
            </a:r>
            <a:endParaRPr lang="en-US" sz="144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8" name="Subtitle 10">
            <a:extLst>
              <a:ext uri="{FF2B5EF4-FFF2-40B4-BE49-F238E27FC236}">
                <a16:creationId xmlns:a16="http://schemas.microsoft.com/office/drawing/2014/main" id="{05A6504A-4348-D34A-8A53-B525BDB90512}"/>
              </a:ext>
            </a:extLst>
          </p:cNvPr>
          <p:cNvSpPr txBox="1">
            <a:spLocks/>
          </p:cNvSpPr>
          <p:nvPr/>
        </p:nvSpPr>
        <p:spPr>
          <a:xfrm>
            <a:off x="23289230" y="1571784"/>
            <a:ext cx="10367407" cy="1277496"/>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40" b="0">
                <a:solidFill>
                  <a:schemeClr val="bg1"/>
                </a:solidFill>
              </a:rPr>
              <a:t>Dr. Hari </a:t>
            </a:r>
            <a:r>
              <a:rPr lang="en-US" sz="3240" b="0" err="1">
                <a:solidFill>
                  <a:schemeClr val="bg1"/>
                </a:solidFill>
              </a:rPr>
              <a:t>Kalva</a:t>
            </a:r>
            <a:r>
              <a:rPr lang="en-US" sz="3240" b="0">
                <a:solidFill>
                  <a:schemeClr val="bg1"/>
                </a:solidFill>
              </a:rPr>
              <a:t>, </a:t>
            </a:r>
            <a:r>
              <a:rPr lang="en-US" sz="3240" b="0" err="1">
                <a:solidFill>
                  <a:schemeClr val="bg1"/>
                </a:solidFill>
              </a:rPr>
              <a:t>Ashan</a:t>
            </a:r>
            <a:r>
              <a:rPr lang="en-US" sz="3240" b="0">
                <a:solidFill>
                  <a:schemeClr val="bg1"/>
                </a:solidFill>
              </a:rPr>
              <a:t> Perera, and Jefferson Charles </a:t>
            </a:r>
            <a:endParaRPr lang="en-US" sz="2160">
              <a:solidFill>
                <a:schemeClr val="bg1"/>
              </a:solidFill>
            </a:endParaRPr>
          </a:p>
        </p:txBody>
      </p:sp>
      <p:sp>
        <p:nvSpPr>
          <p:cNvPr id="19" name="Title 9">
            <a:extLst>
              <a:ext uri="{FF2B5EF4-FFF2-40B4-BE49-F238E27FC236}">
                <a16:creationId xmlns:a16="http://schemas.microsoft.com/office/drawing/2014/main" id="{170C0395-DFA3-F44D-A3EA-10AA82747FB0}"/>
              </a:ext>
            </a:extLst>
          </p:cNvPr>
          <p:cNvSpPr txBox="1">
            <a:spLocks/>
          </p:cNvSpPr>
          <p:nvPr/>
        </p:nvSpPr>
        <p:spPr>
          <a:xfrm>
            <a:off x="29675574" y="5885004"/>
            <a:ext cx="8425548"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00">
                <a:latin typeface="Times New Roman"/>
              </a:rPr>
              <a:t>Problem Statement</a:t>
            </a:r>
          </a:p>
        </p:txBody>
      </p:sp>
      <p:sp>
        <p:nvSpPr>
          <p:cNvPr id="20" name="Subtitle 10">
            <a:extLst>
              <a:ext uri="{FF2B5EF4-FFF2-40B4-BE49-F238E27FC236}">
                <a16:creationId xmlns:a16="http://schemas.microsoft.com/office/drawing/2014/main" id="{A58C0700-3F13-EC47-AD08-0B5FFC38DF34}"/>
              </a:ext>
            </a:extLst>
          </p:cNvPr>
          <p:cNvSpPr txBox="1">
            <a:spLocks/>
          </p:cNvSpPr>
          <p:nvPr/>
        </p:nvSpPr>
        <p:spPr>
          <a:xfrm>
            <a:off x="29695001" y="6922625"/>
            <a:ext cx="13411439" cy="5462783"/>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en-US" sz="4000" b="0">
                <a:latin typeface="Times New Roman"/>
                <a:ea typeface="Lato"/>
                <a:cs typeface="Lato"/>
              </a:rPr>
              <a:t>Creating software that can allow a robot to move by itself given a live feed is an ever-growing necessity as automation becomes more widespread. Our mission with this project is to create an autonomous Unitree Go-1 robot, that would perform a variety of actions based on the objects it is able to detect. With further development, the robot will be able to carry out applications in supplementary services and field uses where conditions may be too hazardous for humans.</a:t>
            </a:r>
          </a:p>
        </p:txBody>
      </p:sp>
      <p:sp>
        <p:nvSpPr>
          <p:cNvPr id="35" name="Title 9">
            <a:extLst>
              <a:ext uri="{FF2B5EF4-FFF2-40B4-BE49-F238E27FC236}">
                <a16:creationId xmlns:a16="http://schemas.microsoft.com/office/drawing/2014/main" id="{7C332BCD-FDD9-F94C-93CB-86E8BA8561F2}"/>
              </a:ext>
            </a:extLst>
          </p:cNvPr>
          <p:cNvSpPr txBox="1">
            <a:spLocks/>
          </p:cNvSpPr>
          <p:nvPr/>
        </p:nvSpPr>
        <p:spPr>
          <a:xfrm>
            <a:off x="29818705" y="13460287"/>
            <a:ext cx="13480872"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00">
                <a:latin typeface="Times New Roman"/>
              </a:rPr>
              <a:t>Results</a:t>
            </a:r>
          </a:p>
        </p:txBody>
      </p:sp>
      <p:sp>
        <p:nvSpPr>
          <p:cNvPr id="36" name="Subtitle 10">
            <a:extLst>
              <a:ext uri="{FF2B5EF4-FFF2-40B4-BE49-F238E27FC236}">
                <a16:creationId xmlns:a16="http://schemas.microsoft.com/office/drawing/2014/main" id="{9F3EBA96-28C0-F047-947C-38EB7C9FB55F}"/>
              </a:ext>
            </a:extLst>
          </p:cNvPr>
          <p:cNvSpPr txBox="1">
            <a:spLocks/>
          </p:cNvSpPr>
          <p:nvPr/>
        </p:nvSpPr>
        <p:spPr>
          <a:xfrm>
            <a:off x="29818692" y="14543923"/>
            <a:ext cx="13667040" cy="5251272"/>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pPr>
            <a:r>
              <a:rPr lang="en-US" sz="3950" b="0">
                <a:latin typeface="Times New Roman"/>
                <a:ea typeface="Lato"/>
                <a:cs typeface="Lato"/>
              </a:rPr>
              <a:t>Using the more capable processing power of the </a:t>
            </a:r>
            <a:r>
              <a:rPr lang="en-US" sz="4000" b="0">
                <a:latin typeface="Times New Roman"/>
                <a:ea typeface="Lato Semibold"/>
                <a:cs typeface="Lato Semibold"/>
              </a:rPr>
              <a:t>NVIDIA Jetson Nano Orin, a</a:t>
            </a:r>
            <a:r>
              <a:rPr lang="en-US" sz="3950" b="0">
                <a:latin typeface="Times New Roman"/>
                <a:ea typeface="Lato"/>
                <a:cs typeface="Lato"/>
              </a:rPr>
              <a:t>n object tracking model named YOLO from </a:t>
            </a:r>
            <a:r>
              <a:rPr lang="en-US" sz="3950" b="0" err="1">
                <a:latin typeface="Times New Roman"/>
                <a:ea typeface="Lato"/>
                <a:cs typeface="Lato"/>
              </a:rPr>
              <a:t>Ultralytics</a:t>
            </a:r>
            <a:r>
              <a:rPr lang="en-US" sz="3950" b="0">
                <a:latin typeface="Times New Roman"/>
                <a:ea typeface="Lato"/>
                <a:cs typeface="Lato"/>
              </a:rPr>
              <a:t> has been incorporated. Using the provided model, the robot will detect an object, if it is one of interest it will execute a predetermined action autonomously. Some examples include directional movement, sending location, object identification, and timestamping.</a:t>
            </a:r>
            <a:endParaRPr lang="en-US"/>
          </a:p>
        </p:txBody>
      </p:sp>
      <p:sp>
        <p:nvSpPr>
          <p:cNvPr id="40" name="Title 9">
            <a:extLst>
              <a:ext uri="{FF2B5EF4-FFF2-40B4-BE49-F238E27FC236}">
                <a16:creationId xmlns:a16="http://schemas.microsoft.com/office/drawing/2014/main" id="{6F292AEB-E8FF-2440-875D-41792ECECC6A}"/>
              </a:ext>
            </a:extLst>
          </p:cNvPr>
          <p:cNvSpPr txBox="1">
            <a:spLocks/>
          </p:cNvSpPr>
          <p:nvPr/>
        </p:nvSpPr>
        <p:spPr>
          <a:xfrm>
            <a:off x="31933662" y="2945865"/>
            <a:ext cx="3086797" cy="1645920"/>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r"/>
            <a:r>
              <a:rPr lang="en-US" sz="8640">
                <a:solidFill>
                  <a:schemeClr val="bg1"/>
                </a:solidFill>
              </a:rPr>
              <a:t>#10</a:t>
            </a:r>
          </a:p>
        </p:txBody>
      </p:sp>
      <p:sp>
        <p:nvSpPr>
          <p:cNvPr id="5" name="Subtitle 10">
            <a:extLst>
              <a:ext uri="{FF2B5EF4-FFF2-40B4-BE49-F238E27FC236}">
                <a16:creationId xmlns:a16="http://schemas.microsoft.com/office/drawing/2014/main" id="{A32660F8-074A-7F0D-605C-F1522717C201}"/>
              </a:ext>
            </a:extLst>
          </p:cNvPr>
          <p:cNvSpPr txBox="1">
            <a:spLocks/>
          </p:cNvSpPr>
          <p:nvPr/>
        </p:nvSpPr>
        <p:spPr>
          <a:xfrm>
            <a:off x="23887424" y="3357180"/>
            <a:ext cx="411478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2160">
              <a:solidFill>
                <a:schemeClr val="bg1"/>
              </a:solidFill>
            </a:endParaRPr>
          </a:p>
        </p:txBody>
      </p:sp>
      <p:pic>
        <p:nvPicPr>
          <p:cNvPr id="14" name="Picture 13" descr="A person sitting at a desk with a computer and a bottle of water&#10;&#10;Description automatically generated">
            <a:extLst>
              <a:ext uri="{FF2B5EF4-FFF2-40B4-BE49-F238E27FC236}">
                <a16:creationId xmlns:a16="http://schemas.microsoft.com/office/drawing/2014/main" id="{F5D9621C-5BBF-F920-BA6A-8EA18C04AFF5}"/>
              </a:ext>
            </a:extLst>
          </p:cNvPr>
          <p:cNvPicPr>
            <a:picLocks noChangeAspect="1"/>
          </p:cNvPicPr>
          <p:nvPr/>
        </p:nvPicPr>
        <p:blipFill>
          <a:blip r:embed="rId3"/>
          <a:srcRect l="827" t="264" r="578" b="104"/>
          <a:stretch/>
        </p:blipFill>
        <p:spPr>
          <a:xfrm>
            <a:off x="4949745" y="19052364"/>
            <a:ext cx="22078200" cy="9143829"/>
          </a:xfrm>
          <a:prstGeom prst="rect">
            <a:avLst/>
          </a:prstGeom>
        </p:spPr>
      </p:pic>
      <p:pic>
        <p:nvPicPr>
          <p:cNvPr id="2" name="Picture 1" descr="A screen shot of a computer program&#10;&#10;Description automatically generated">
            <a:extLst>
              <a:ext uri="{FF2B5EF4-FFF2-40B4-BE49-F238E27FC236}">
                <a16:creationId xmlns:a16="http://schemas.microsoft.com/office/drawing/2014/main" id="{8387D114-7E82-3A9E-0EC7-2A7C3C1AC1D6}"/>
              </a:ext>
            </a:extLst>
          </p:cNvPr>
          <p:cNvPicPr>
            <a:picLocks noChangeAspect="1"/>
          </p:cNvPicPr>
          <p:nvPr/>
        </p:nvPicPr>
        <p:blipFill>
          <a:blip r:embed="rId4"/>
          <a:stretch>
            <a:fillRect/>
          </a:stretch>
        </p:blipFill>
        <p:spPr>
          <a:xfrm>
            <a:off x="4413802" y="6921407"/>
            <a:ext cx="15184840" cy="9045577"/>
          </a:xfrm>
          <a:prstGeom prst="rect">
            <a:avLst/>
          </a:prstGeom>
        </p:spPr>
      </p:pic>
      <p:pic>
        <p:nvPicPr>
          <p:cNvPr id="9" name="Picture 8" descr="Robot Dog Go1_Bionic quadruped_Go1 robot dog function introduction | Unitree  Robotics">
            <a:extLst>
              <a:ext uri="{FF2B5EF4-FFF2-40B4-BE49-F238E27FC236}">
                <a16:creationId xmlns:a16="http://schemas.microsoft.com/office/drawing/2014/main" id="{2D0042E3-F193-330B-1FAE-9000B8D45788}"/>
              </a:ext>
            </a:extLst>
          </p:cNvPr>
          <p:cNvPicPr>
            <a:picLocks noChangeAspect="1"/>
          </p:cNvPicPr>
          <p:nvPr/>
        </p:nvPicPr>
        <p:blipFill>
          <a:blip r:embed="rId5"/>
          <a:stretch>
            <a:fillRect/>
          </a:stretch>
        </p:blipFill>
        <p:spPr>
          <a:xfrm rot="21060000">
            <a:off x="17681142" y="10605329"/>
            <a:ext cx="8534529" cy="8575754"/>
          </a:xfrm>
          <a:prstGeom prst="rect">
            <a:avLst/>
          </a:prstGeom>
        </p:spPr>
      </p:pic>
      <p:pic>
        <p:nvPicPr>
          <p:cNvPr id="6" name="Picture 5" descr="Jetson Orin Nano Developer Kit User Guide | NVIDIA Developer">
            <a:extLst>
              <a:ext uri="{FF2B5EF4-FFF2-40B4-BE49-F238E27FC236}">
                <a16:creationId xmlns:a16="http://schemas.microsoft.com/office/drawing/2014/main" id="{F1BB3365-8C2E-D44A-BC77-0650A535CC3D}"/>
              </a:ext>
            </a:extLst>
          </p:cNvPr>
          <p:cNvPicPr>
            <a:picLocks noChangeAspect="1"/>
          </p:cNvPicPr>
          <p:nvPr/>
        </p:nvPicPr>
        <p:blipFill>
          <a:blip r:embed="rId6"/>
          <a:stretch>
            <a:fillRect/>
          </a:stretch>
        </p:blipFill>
        <p:spPr>
          <a:xfrm rot="660000">
            <a:off x="21179369" y="6768561"/>
            <a:ext cx="4341412" cy="4293704"/>
          </a:xfrm>
          <a:prstGeom prst="rect">
            <a:avLst/>
          </a:prstGeom>
        </p:spPr>
      </p:pic>
      <p:sp>
        <p:nvSpPr>
          <p:cNvPr id="15" name="TextBox 14">
            <a:extLst>
              <a:ext uri="{FF2B5EF4-FFF2-40B4-BE49-F238E27FC236}">
                <a16:creationId xmlns:a16="http://schemas.microsoft.com/office/drawing/2014/main" id="{98A9CA77-949B-9B61-6520-F819950705F2}"/>
              </a:ext>
            </a:extLst>
          </p:cNvPr>
          <p:cNvSpPr txBox="1"/>
          <p:nvPr/>
        </p:nvSpPr>
        <p:spPr>
          <a:xfrm>
            <a:off x="29813056" y="20848319"/>
            <a:ext cx="14175726" cy="84535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000" b="1">
                <a:latin typeface="Times New Roman"/>
                <a:ea typeface="+mn-lt"/>
                <a:cs typeface="+mn-lt"/>
              </a:rPr>
              <a:t>Conclusions &amp; Impact </a:t>
            </a:r>
            <a:endParaRPr lang="en-US" sz="5000" b="1">
              <a:latin typeface="Times New Roman"/>
              <a:cs typeface="Times New Roman"/>
            </a:endParaRPr>
          </a:p>
          <a:p>
            <a:endParaRPr lang="en-US" sz="4000">
              <a:latin typeface="Times New Roman"/>
              <a:cs typeface="Times New Roman"/>
            </a:endParaRPr>
          </a:p>
          <a:p>
            <a:pPr>
              <a:spcBef>
                <a:spcPts val="800"/>
              </a:spcBef>
              <a:spcAft>
                <a:spcPts val="800"/>
              </a:spcAft>
            </a:pPr>
            <a:r>
              <a:rPr lang="en-US" sz="4000">
                <a:latin typeface="Times New Roman"/>
                <a:ea typeface="+mn-lt"/>
                <a:cs typeface="+mn-lt"/>
              </a:rPr>
              <a:t>This project highlights the potential of real-time object detection in autonomous robots for industries requiring precise, independent operations. By incorporating YOLOv11, the Uni-Go1 robot, is capable of dynamic object detection and response, enabling applications in monitoring, inspections, and task automation across diverse environments. This contributes to the field of robotics by demonstrating effective AI integration on constrained hardware. In conclusion,  Intelligent and Collaborative Autonomous Robots for Real-Time-Applications advances real-time detection capabilities in autonomous systems.</a:t>
            </a:r>
          </a:p>
          <a:p>
            <a:pPr algn="l"/>
            <a:endParaRPr lang="en-US" sz="4000">
              <a:latin typeface="Times New Roman"/>
              <a:cs typeface="Calibri"/>
            </a:endParaRPr>
          </a:p>
        </p:txBody>
      </p:sp>
    </p:spTree>
    <p:extLst>
      <p:ext uri="{BB962C8B-B14F-4D97-AF65-F5344CB8AC3E}">
        <p14:creationId xmlns:p14="http://schemas.microsoft.com/office/powerpoint/2010/main" val="24382161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58ef55f-b653-4669-97e5-01cd2b0a8979" xsi:nil="true"/>
    <lcf76f155ced4ddcb4097134ff3c332f xmlns="4be49045-f7aa-4f02-a89f-b2426299cef2">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CA63EC57E567149830A225B344592E1" ma:contentTypeVersion="13" ma:contentTypeDescription="Create a new document." ma:contentTypeScope="" ma:versionID="a8852712c1882ccd849da902cbfe67f4">
  <xsd:schema xmlns:xsd="http://www.w3.org/2001/XMLSchema" xmlns:xs="http://www.w3.org/2001/XMLSchema" xmlns:p="http://schemas.microsoft.com/office/2006/metadata/properties" xmlns:ns2="4be49045-f7aa-4f02-a89f-b2426299cef2" xmlns:ns3="058ef55f-b653-4669-97e5-01cd2b0a8979" targetNamespace="http://schemas.microsoft.com/office/2006/metadata/properties" ma:root="true" ma:fieldsID="e24203e88ed2c7b4f45b38c291f011fe" ns2:_="" ns3:_="">
    <xsd:import namespace="4be49045-f7aa-4f02-a89f-b2426299cef2"/>
    <xsd:import namespace="058ef55f-b653-4669-97e5-01cd2b0a897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e49045-f7aa-4f02-a89f-b2426299ce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728a8d2-fce2-4ead-88e1-13feca96807a"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58ef55f-b653-4669-97e5-01cd2b0a897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75017a5-0ad3-4082-b35c-316af742b161}" ma:internalName="TaxCatchAll" ma:showField="CatchAllData" ma:web="058ef55f-b653-4669-97e5-01cd2b0a89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2206257-A572-4335-8ABF-838C66108639}">
  <ds:schemaRefs>
    <ds:schemaRef ds:uri="058ef55f-b653-4669-97e5-01cd2b0a8979"/>
    <ds:schemaRef ds:uri="4be49045-f7aa-4f02-a89f-b2426299cef2"/>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73AA781-035C-4CFF-9A40-127481BE415B}">
  <ds:schemaRefs>
    <ds:schemaRef ds:uri="http://schemas.microsoft.com/sharepoint/v3/contenttype/forms"/>
  </ds:schemaRefs>
</ds:datastoreItem>
</file>

<file path=customXml/itemProps3.xml><?xml version="1.0" encoding="utf-8"?>
<ds:datastoreItem xmlns:ds="http://schemas.openxmlformats.org/officeDocument/2006/customXml" ds:itemID="{5AF9B449-74BF-42D4-B7B1-A7564B31DF79}">
  <ds:schemaRefs>
    <ds:schemaRef ds:uri="058ef55f-b653-4669-97e5-01cd2b0a8979"/>
    <ds:schemaRef ds:uri="4be49045-f7aa-4f02-a89f-b2426299cef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 2013 - 2022</Template>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Intelligent and Collaborative Autonomous Robots for Real-Time Applications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Adlai Moss</dc:creator>
  <cp:revision>2</cp:revision>
  <dcterms:created xsi:type="dcterms:W3CDTF">2021-11-24T20:51:02Z</dcterms:created>
  <dcterms:modified xsi:type="dcterms:W3CDTF">2024-12-07T18:21:25Z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0x010100FCA63EC57E567149830A225B344592E1</vt:lpwstr>
  </property>
  <property fmtid="{D5CDD505-2E9C-101B-9397-08002B2CF9AE}" pid="3" name="MediaServiceImageTags">
    <vt:lpwstr/>
  </property>
</Properties>
</file>